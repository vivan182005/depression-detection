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71" r:id="rId5"/>
    <p:sldId id="260" r:id="rId6"/>
    <p:sldId id="261" r:id="rId7"/>
    <p:sldId id="273" r:id="rId8"/>
    <p:sldId id="272" r:id="rId9"/>
    <p:sldId id="276" r:id="rId10"/>
    <p:sldId id="281" r:id="rId11"/>
    <p:sldId id="293" r:id="rId12"/>
    <p:sldId id="295" r:id="rId13"/>
    <p:sldId id="292" r:id="rId14"/>
    <p:sldId id="291" r:id="rId15"/>
    <p:sldId id="290" r:id="rId16"/>
    <p:sldId id="265" r:id="rId17"/>
    <p:sldId id="286" r:id="rId18"/>
    <p:sldId id="285" r:id="rId19"/>
    <p:sldId id="284" r:id="rId20"/>
    <p:sldId id="283" r:id="rId21"/>
    <p:sldId id="296" r:id="rId22"/>
    <p:sldId id="297" r:id="rId23"/>
    <p:sldId id="298" r:id="rId24"/>
    <p:sldId id="299" r:id="rId25"/>
    <p:sldId id="300" r:id="rId26"/>
    <p:sldId id="263" r:id="rId27"/>
    <p:sldId id="301" r:id="rId28"/>
    <p:sldId id="294" r:id="rId29"/>
    <p:sldId id="302" r:id="rId30"/>
    <p:sldId id="266" r:id="rId31"/>
    <p:sldId id="303" r:id="rId32"/>
    <p:sldId id="287" r:id="rId33"/>
    <p:sldId id="288" r:id="rId34"/>
    <p:sldId id="268" r:id="rId35"/>
    <p:sldId id="289" r:id="rId36"/>
    <p:sldId id="304" r:id="rId37"/>
    <p:sldId id="305" r:id="rId38"/>
    <p:sldId id="270" r:id="rId3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gJ4F55/BRyrBSU9hL3ovONxuwk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8B2DA1-C4ED-4DCC-BEB8-F9C66AAC5834}" v="32" dt="2025-11-19T18:39:19.5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7" autoAdjust="0"/>
    <p:restoredTop sz="94626" autoAdjust="0"/>
  </p:normalViewPr>
  <p:slideViewPr>
    <p:cSldViewPr snapToGrid="0">
      <p:cViewPr varScale="1">
        <p:scale>
          <a:sx n="58" d="100"/>
          <a:sy n="58" d="100"/>
        </p:scale>
        <p:origin x="58" y="490"/>
      </p:cViewPr>
      <p:guideLst/>
    </p:cSldViewPr>
  </p:slideViewPr>
  <p:outlineViewPr>
    <p:cViewPr>
      <p:scale>
        <a:sx n="33" d="100"/>
        <a:sy n="33" d="100"/>
      </p:scale>
      <p:origin x="0" y="-1129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ujan J" userId="d2d989060cf4f7bb" providerId="LiveId" clId="{6E6BBC6D-95F0-4432-9FA5-A296E4E55FED}"/>
    <pc:docChg chg="undo custSel addSld delSld modSld">
      <pc:chgData name="Srujan J" userId="d2d989060cf4f7bb" providerId="LiveId" clId="{6E6BBC6D-95F0-4432-9FA5-A296E4E55FED}" dt="2025-11-19T18:41:26.484" v="1037" actId="20577"/>
      <pc:docMkLst>
        <pc:docMk/>
      </pc:docMkLst>
      <pc:sldChg chg="modSp mod">
        <pc:chgData name="Srujan J" userId="d2d989060cf4f7bb" providerId="LiveId" clId="{6E6BBC6D-95F0-4432-9FA5-A296E4E55FED}" dt="2025-11-19T18:23:01.131" v="820" actId="14100"/>
        <pc:sldMkLst>
          <pc:docMk/>
          <pc:sldMk cId="0" sldId="263"/>
        </pc:sldMkLst>
        <pc:spChg chg="mod">
          <ac:chgData name="Srujan J" userId="d2d989060cf4f7bb" providerId="LiveId" clId="{6E6BBC6D-95F0-4432-9FA5-A296E4E55FED}" dt="2025-11-19T17:29:10.715" v="180" actId="20577"/>
          <ac:spMkLst>
            <pc:docMk/>
            <pc:sldMk cId="0" sldId="263"/>
            <ac:spMk id="162" creationId="{00000000-0000-0000-0000-000000000000}"/>
          </ac:spMkLst>
        </pc:spChg>
        <pc:spChg chg="mod">
          <ac:chgData name="Srujan J" userId="d2d989060cf4f7bb" providerId="LiveId" clId="{6E6BBC6D-95F0-4432-9FA5-A296E4E55FED}" dt="2025-11-19T18:23:01.131" v="820" actId="14100"/>
          <ac:spMkLst>
            <pc:docMk/>
            <pc:sldMk cId="0" sldId="263"/>
            <ac:spMk id="164" creationId="{00000000-0000-0000-0000-000000000000}"/>
          </ac:spMkLst>
        </pc:spChg>
      </pc:sldChg>
      <pc:sldChg chg="modSp mod">
        <pc:chgData name="Srujan J" userId="d2d989060cf4f7bb" providerId="LiveId" clId="{6E6BBC6D-95F0-4432-9FA5-A296E4E55FED}" dt="2025-11-19T18:41:03.303" v="1025" actId="20577"/>
        <pc:sldMkLst>
          <pc:docMk/>
          <pc:sldMk cId="0" sldId="265"/>
        </pc:sldMkLst>
        <pc:spChg chg="mod">
          <ac:chgData name="Srujan J" userId="d2d989060cf4f7bb" providerId="LiveId" clId="{6E6BBC6D-95F0-4432-9FA5-A296E4E55FED}" dt="2025-11-19T18:41:03.303" v="1025" actId="20577"/>
          <ac:spMkLst>
            <pc:docMk/>
            <pc:sldMk cId="0" sldId="265"/>
            <ac:spMk id="186" creationId="{00000000-0000-0000-0000-000000000000}"/>
          </ac:spMkLst>
        </pc:spChg>
      </pc:sldChg>
      <pc:sldChg chg="modSp mod">
        <pc:chgData name="Srujan J" userId="d2d989060cf4f7bb" providerId="LiveId" clId="{6E6BBC6D-95F0-4432-9FA5-A296E4E55FED}" dt="2025-11-19T18:28:58.283" v="870" actId="113"/>
        <pc:sldMkLst>
          <pc:docMk/>
          <pc:sldMk cId="0" sldId="266"/>
        </pc:sldMkLst>
        <pc:spChg chg="mod">
          <ac:chgData name="Srujan J" userId="d2d989060cf4f7bb" providerId="LiveId" clId="{6E6BBC6D-95F0-4432-9FA5-A296E4E55FED}" dt="2025-11-19T18:28:58.283" v="870" actId="113"/>
          <ac:spMkLst>
            <pc:docMk/>
            <pc:sldMk cId="0" sldId="266"/>
            <ac:spMk id="197" creationId="{00000000-0000-0000-0000-000000000000}"/>
          </ac:spMkLst>
        </pc:spChg>
      </pc:sldChg>
      <pc:sldChg chg="modSp mod">
        <pc:chgData name="Srujan J" userId="d2d989060cf4f7bb" providerId="LiveId" clId="{6E6BBC6D-95F0-4432-9FA5-A296E4E55FED}" dt="2025-11-19T18:34:40.237" v="958" actId="12"/>
        <pc:sldMkLst>
          <pc:docMk/>
          <pc:sldMk cId="0" sldId="268"/>
        </pc:sldMkLst>
        <pc:spChg chg="mod">
          <ac:chgData name="Srujan J" userId="d2d989060cf4f7bb" providerId="LiveId" clId="{6E6BBC6D-95F0-4432-9FA5-A296E4E55FED}" dt="2025-11-19T18:34:40.237" v="958" actId="12"/>
          <ac:spMkLst>
            <pc:docMk/>
            <pc:sldMk cId="0" sldId="268"/>
            <ac:spMk id="2" creationId="{8BFD275B-976A-A0F6-CA7F-62CBE4DBBAB8}"/>
          </ac:spMkLst>
        </pc:spChg>
      </pc:sldChg>
      <pc:sldChg chg="del">
        <pc:chgData name="Srujan J" userId="d2d989060cf4f7bb" providerId="LiveId" clId="{6E6BBC6D-95F0-4432-9FA5-A296E4E55FED}" dt="2025-11-19T18:39:42.039" v="1021" actId="2696"/>
        <pc:sldMkLst>
          <pc:docMk/>
          <pc:sldMk cId="0" sldId="269"/>
        </pc:sldMkLst>
      </pc:sldChg>
      <pc:sldChg chg="modSp del mod">
        <pc:chgData name="Srujan J" userId="d2d989060cf4f7bb" providerId="LiveId" clId="{6E6BBC6D-95F0-4432-9FA5-A296E4E55FED}" dt="2025-11-19T17:15:58.017" v="1" actId="2696"/>
        <pc:sldMkLst>
          <pc:docMk/>
          <pc:sldMk cId="3440362783" sldId="274"/>
        </pc:sldMkLst>
        <pc:spChg chg="mod">
          <ac:chgData name="Srujan J" userId="d2d989060cf4f7bb" providerId="LiveId" clId="{6E6BBC6D-95F0-4432-9FA5-A296E4E55FED}" dt="2025-11-19T17:15:37.484" v="0" actId="20577"/>
          <ac:spMkLst>
            <pc:docMk/>
            <pc:sldMk cId="3440362783" sldId="274"/>
            <ac:spMk id="142" creationId="{287B4599-E52E-9625-89B5-93009A8700E3}"/>
          </ac:spMkLst>
        </pc:spChg>
      </pc:sldChg>
      <pc:sldChg chg="del">
        <pc:chgData name="Srujan J" userId="d2d989060cf4f7bb" providerId="LiveId" clId="{6E6BBC6D-95F0-4432-9FA5-A296E4E55FED}" dt="2025-11-19T17:16:10.479" v="2" actId="2696"/>
        <pc:sldMkLst>
          <pc:docMk/>
          <pc:sldMk cId="484985188" sldId="275"/>
        </pc:sldMkLst>
      </pc:sldChg>
      <pc:sldChg chg="modSp mod">
        <pc:chgData name="Srujan J" userId="d2d989060cf4f7bb" providerId="LiveId" clId="{6E6BBC6D-95F0-4432-9FA5-A296E4E55FED}" dt="2025-11-19T18:40:26.914" v="1022" actId="14100"/>
        <pc:sldMkLst>
          <pc:docMk/>
          <pc:sldMk cId="3304261018" sldId="276"/>
        </pc:sldMkLst>
        <pc:spChg chg="mod">
          <ac:chgData name="Srujan J" userId="d2d989060cf4f7bb" providerId="LiveId" clId="{6E6BBC6D-95F0-4432-9FA5-A296E4E55FED}" dt="2025-11-19T18:40:26.914" v="1022" actId="14100"/>
          <ac:spMkLst>
            <pc:docMk/>
            <pc:sldMk cId="3304261018" sldId="276"/>
            <ac:spMk id="142" creationId="{CA3AD1A2-3827-8269-B055-DE51647D2107}"/>
          </ac:spMkLst>
        </pc:spChg>
      </pc:sldChg>
      <pc:sldChg chg="del">
        <pc:chgData name="Srujan J" userId="d2d989060cf4f7bb" providerId="LiveId" clId="{6E6BBC6D-95F0-4432-9FA5-A296E4E55FED}" dt="2025-11-19T17:16:24.295" v="5" actId="2696"/>
        <pc:sldMkLst>
          <pc:docMk/>
          <pc:sldMk cId="200536522" sldId="277"/>
        </pc:sldMkLst>
      </pc:sldChg>
      <pc:sldChg chg="del">
        <pc:chgData name="Srujan J" userId="d2d989060cf4f7bb" providerId="LiveId" clId="{6E6BBC6D-95F0-4432-9FA5-A296E4E55FED}" dt="2025-11-19T17:16:19.894" v="4" actId="2696"/>
        <pc:sldMkLst>
          <pc:docMk/>
          <pc:sldMk cId="3118109700" sldId="278"/>
        </pc:sldMkLst>
      </pc:sldChg>
      <pc:sldChg chg="del">
        <pc:chgData name="Srujan J" userId="d2d989060cf4f7bb" providerId="LiveId" clId="{6E6BBC6D-95F0-4432-9FA5-A296E4E55FED}" dt="2025-11-19T17:16:15.913" v="3" actId="2696"/>
        <pc:sldMkLst>
          <pc:docMk/>
          <pc:sldMk cId="1103964692" sldId="279"/>
        </pc:sldMkLst>
      </pc:sldChg>
      <pc:sldChg chg="del">
        <pc:chgData name="Srujan J" userId="d2d989060cf4f7bb" providerId="LiveId" clId="{6E6BBC6D-95F0-4432-9FA5-A296E4E55FED}" dt="2025-11-19T17:19:06.302" v="6" actId="2696"/>
        <pc:sldMkLst>
          <pc:docMk/>
          <pc:sldMk cId="1056192470" sldId="280"/>
        </pc:sldMkLst>
      </pc:sldChg>
      <pc:sldChg chg="addSp delSp modSp mod chgLayout">
        <pc:chgData name="Srujan J" userId="d2d989060cf4f7bb" providerId="LiveId" clId="{6E6BBC6D-95F0-4432-9FA5-A296E4E55FED}" dt="2025-11-19T17:33:27.822" v="214" actId="14100"/>
        <pc:sldMkLst>
          <pc:docMk/>
          <pc:sldMk cId="1989167251" sldId="281"/>
        </pc:sldMkLst>
        <pc:spChg chg="add mod ord">
          <ac:chgData name="Srujan J" userId="d2d989060cf4f7bb" providerId="LiveId" clId="{6E6BBC6D-95F0-4432-9FA5-A296E4E55FED}" dt="2025-11-19T17:33:27.822" v="214" actId="14100"/>
          <ac:spMkLst>
            <pc:docMk/>
            <pc:sldMk cId="1989167251" sldId="281"/>
            <ac:spMk id="2" creationId="{E346AE7E-1502-B30B-5F32-1A0ACCF773AF}"/>
          </ac:spMkLst>
        </pc:spChg>
        <pc:spChg chg="mod ord">
          <ac:chgData name="Srujan J" userId="d2d989060cf4f7bb" providerId="LiveId" clId="{6E6BBC6D-95F0-4432-9FA5-A296E4E55FED}" dt="2025-11-19T17:24:37.911" v="113" actId="700"/>
          <ac:spMkLst>
            <pc:docMk/>
            <pc:sldMk cId="1989167251" sldId="281"/>
            <ac:spMk id="140" creationId="{FC7EA76E-BA27-31AE-CEA9-56C1121BDBC1}"/>
          </ac:spMkLst>
        </pc:spChg>
        <pc:spChg chg="del mod">
          <ac:chgData name="Srujan J" userId="d2d989060cf4f7bb" providerId="LiveId" clId="{6E6BBC6D-95F0-4432-9FA5-A296E4E55FED}" dt="2025-11-19T17:23:57.075" v="112" actId="478"/>
          <ac:spMkLst>
            <pc:docMk/>
            <pc:sldMk cId="1989167251" sldId="281"/>
            <ac:spMk id="141" creationId="{E0D3410D-4EB0-5398-FF9A-95529DEDA8D8}"/>
          </ac:spMkLst>
        </pc:spChg>
        <pc:spChg chg="mod ord">
          <ac:chgData name="Srujan J" userId="d2d989060cf4f7bb" providerId="LiveId" clId="{6E6BBC6D-95F0-4432-9FA5-A296E4E55FED}" dt="2025-11-19T17:24:37.911" v="113" actId="700"/>
          <ac:spMkLst>
            <pc:docMk/>
            <pc:sldMk cId="1989167251" sldId="281"/>
            <ac:spMk id="145" creationId="{4F2AE799-E7CA-3BFE-1DF0-F19CE45C2F7D}"/>
          </ac:spMkLst>
        </pc:spChg>
        <pc:picChg chg="del">
          <ac:chgData name="Srujan J" userId="d2d989060cf4f7bb" providerId="LiveId" clId="{6E6BBC6D-95F0-4432-9FA5-A296E4E55FED}" dt="2025-11-19T17:19:42.468" v="11" actId="478"/>
          <ac:picMkLst>
            <pc:docMk/>
            <pc:sldMk cId="1989167251" sldId="281"/>
            <ac:picMk id="3" creationId="{296CD3C8-2FC3-F5F1-6FF1-48D5E0B7D986}"/>
          </ac:picMkLst>
        </pc:picChg>
      </pc:sldChg>
      <pc:sldChg chg="del">
        <pc:chgData name="Srujan J" userId="d2d989060cf4f7bb" providerId="LiveId" clId="{6E6BBC6D-95F0-4432-9FA5-A296E4E55FED}" dt="2025-11-19T17:19:22.028" v="8" actId="2696"/>
        <pc:sldMkLst>
          <pc:docMk/>
          <pc:sldMk cId="1749353126" sldId="282"/>
        </pc:sldMkLst>
      </pc:sldChg>
      <pc:sldChg chg="modSp mod">
        <pc:chgData name="Srujan J" userId="d2d989060cf4f7bb" providerId="LiveId" clId="{6E6BBC6D-95F0-4432-9FA5-A296E4E55FED}" dt="2025-11-19T18:41:26.484" v="1037" actId="20577"/>
        <pc:sldMkLst>
          <pc:docMk/>
          <pc:sldMk cId="1062997306" sldId="283"/>
        </pc:sldMkLst>
        <pc:spChg chg="mod">
          <ac:chgData name="Srujan J" userId="d2d989060cf4f7bb" providerId="LiveId" clId="{6E6BBC6D-95F0-4432-9FA5-A296E4E55FED}" dt="2025-11-19T18:41:26.484" v="1037" actId="20577"/>
          <ac:spMkLst>
            <pc:docMk/>
            <pc:sldMk cId="1062997306" sldId="283"/>
            <ac:spMk id="186" creationId="{08237988-A9B7-0CCA-2FB2-E7BE0DEEC0D9}"/>
          </ac:spMkLst>
        </pc:spChg>
      </pc:sldChg>
      <pc:sldChg chg="modSp mod">
        <pc:chgData name="Srujan J" userId="d2d989060cf4f7bb" providerId="LiveId" clId="{6E6BBC6D-95F0-4432-9FA5-A296E4E55FED}" dt="2025-11-19T18:41:21.578" v="1034" actId="20577"/>
        <pc:sldMkLst>
          <pc:docMk/>
          <pc:sldMk cId="3264199727" sldId="284"/>
        </pc:sldMkLst>
        <pc:spChg chg="mod">
          <ac:chgData name="Srujan J" userId="d2d989060cf4f7bb" providerId="LiveId" clId="{6E6BBC6D-95F0-4432-9FA5-A296E4E55FED}" dt="2025-11-19T18:41:21.578" v="1034" actId="20577"/>
          <ac:spMkLst>
            <pc:docMk/>
            <pc:sldMk cId="3264199727" sldId="284"/>
            <ac:spMk id="186" creationId="{7383797D-9436-1906-2B23-A322CC49157B}"/>
          </ac:spMkLst>
        </pc:spChg>
      </pc:sldChg>
      <pc:sldChg chg="modSp mod">
        <pc:chgData name="Srujan J" userId="d2d989060cf4f7bb" providerId="LiveId" clId="{6E6BBC6D-95F0-4432-9FA5-A296E4E55FED}" dt="2025-11-19T18:41:16.110" v="1031" actId="20577"/>
        <pc:sldMkLst>
          <pc:docMk/>
          <pc:sldMk cId="2509847099" sldId="285"/>
        </pc:sldMkLst>
        <pc:spChg chg="mod">
          <ac:chgData name="Srujan J" userId="d2d989060cf4f7bb" providerId="LiveId" clId="{6E6BBC6D-95F0-4432-9FA5-A296E4E55FED}" dt="2025-11-19T18:41:16.110" v="1031" actId="20577"/>
          <ac:spMkLst>
            <pc:docMk/>
            <pc:sldMk cId="2509847099" sldId="285"/>
            <ac:spMk id="186" creationId="{42301204-92CF-E652-C8F8-DAC681F6EA0D}"/>
          </ac:spMkLst>
        </pc:spChg>
      </pc:sldChg>
      <pc:sldChg chg="modSp mod">
        <pc:chgData name="Srujan J" userId="d2d989060cf4f7bb" providerId="LiveId" clId="{6E6BBC6D-95F0-4432-9FA5-A296E4E55FED}" dt="2025-11-19T18:41:10.599" v="1028" actId="20577"/>
        <pc:sldMkLst>
          <pc:docMk/>
          <pc:sldMk cId="1696342740" sldId="286"/>
        </pc:sldMkLst>
        <pc:spChg chg="mod">
          <ac:chgData name="Srujan J" userId="d2d989060cf4f7bb" providerId="LiveId" clId="{6E6BBC6D-95F0-4432-9FA5-A296E4E55FED}" dt="2025-11-19T18:41:10.599" v="1028" actId="20577"/>
          <ac:spMkLst>
            <pc:docMk/>
            <pc:sldMk cId="1696342740" sldId="286"/>
            <ac:spMk id="186" creationId="{B7B96CA4-2C4A-32B5-AE31-141E69A57278}"/>
          </ac:spMkLst>
        </pc:spChg>
      </pc:sldChg>
      <pc:sldChg chg="modSp mod">
        <pc:chgData name="Srujan J" userId="d2d989060cf4f7bb" providerId="LiveId" clId="{6E6BBC6D-95F0-4432-9FA5-A296E4E55FED}" dt="2025-11-19T18:36:07.626" v="982" actId="255"/>
        <pc:sldMkLst>
          <pc:docMk/>
          <pc:sldMk cId="2394993658" sldId="289"/>
        </pc:sldMkLst>
        <pc:spChg chg="mod">
          <ac:chgData name="Srujan J" userId="d2d989060cf4f7bb" providerId="LiveId" clId="{6E6BBC6D-95F0-4432-9FA5-A296E4E55FED}" dt="2025-11-19T18:36:07.626" v="982" actId="255"/>
          <ac:spMkLst>
            <pc:docMk/>
            <pc:sldMk cId="2394993658" sldId="289"/>
            <ac:spMk id="2" creationId="{32F967F3-52B4-D926-BE0E-A535E7F4FFDD}"/>
          </ac:spMkLst>
        </pc:spChg>
      </pc:sldChg>
      <pc:sldChg chg="modSp add">
        <pc:chgData name="Srujan J" userId="d2d989060cf4f7bb" providerId="LiveId" clId="{6E6BBC6D-95F0-4432-9FA5-A296E4E55FED}" dt="2025-11-19T17:20:05.576" v="29"/>
        <pc:sldMkLst>
          <pc:docMk/>
          <pc:sldMk cId="1146697940" sldId="290"/>
        </pc:sldMkLst>
        <pc:spChg chg="mod">
          <ac:chgData name="Srujan J" userId="d2d989060cf4f7bb" providerId="LiveId" clId="{6E6BBC6D-95F0-4432-9FA5-A296E4E55FED}" dt="2025-11-19T17:20:05.576" v="29"/>
          <ac:spMkLst>
            <pc:docMk/>
            <pc:sldMk cId="1146697940" sldId="290"/>
            <ac:spMk id="140" creationId="{6B94D1BF-6533-B1B1-B5A6-6F176351D4B7}"/>
          </ac:spMkLst>
        </pc:spChg>
      </pc:sldChg>
      <pc:sldChg chg="add del">
        <pc:chgData name="Srujan J" userId="d2d989060cf4f7bb" providerId="LiveId" clId="{6E6BBC6D-95F0-4432-9FA5-A296E4E55FED}" dt="2025-11-19T17:19:26.003" v="9" actId="2696"/>
        <pc:sldMkLst>
          <pc:docMk/>
          <pc:sldMk cId="2552104818" sldId="290"/>
        </pc:sldMkLst>
      </pc:sldChg>
      <pc:sldChg chg="addSp delSp modSp add mod chgLayout">
        <pc:chgData name="Srujan J" userId="d2d989060cf4f7bb" providerId="LiveId" clId="{6E6BBC6D-95F0-4432-9FA5-A296E4E55FED}" dt="2025-11-19T17:56:34.413" v="497" actId="20577"/>
        <pc:sldMkLst>
          <pc:docMk/>
          <pc:sldMk cId="3364201895" sldId="291"/>
        </pc:sldMkLst>
        <pc:spChg chg="add mod ord">
          <ac:chgData name="Srujan J" userId="d2d989060cf4f7bb" providerId="LiveId" clId="{6E6BBC6D-95F0-4432-9FA5-A296E4E55FED}" dt="2025-11-19T17:56:34.413" v="497" actId="20577"/>
          <ac:spMkLst>
            <pc:docMk/>
            <pc:sldMk cId="3364201895" sldId="291"/>
            <ac:spMk id="2" creationId="{59AA5DD5-5A95-0873-DF52-3EF41B853CBE}"/>
          </ac:spMkLst>
        </pc:spChg>
        <pc:spChg chg="mod ord">
          <ac:chgData name="Srujan J" userId="d2d989060cf4f7bb" providerId="LiveId" clId="{6E6BBC6D-95F0-4432-9FA5-A296E4E55FED}" dt="2025-11-19T17:46:02.077" v="363" actId="700"/>
          <ac:spMkLst>
            <pc:docMk/>
            <pc:sldMk cId="3364201895" sldId="291"/>
            <ac:spMk id="140" creationId="{EB804CAB-DA84-5AFE-B651-9CBDF8F3149E}"/>
          </ac:spMkLst>
        </pc:spChg>
        <pc:spChg chg="del">
          <ac:chgData name="Srujan J" userId="d2d989060cf4f7bb" providerId="LiveId" clId="{6E6BBC6D-95F0-4432-9FA5-A296E4E55FED}" dt="2025-11-19T17:46:05.276" v="364" actId="478"/>
          <ac:spMkLst>
            <pc:docMk/>
            <pc:sldMk cId="3364201895" sldId="291"/>
            <ac:spMk id="141" creationId="{720F155A-9D5F-B9CB-A767-D4C76E6832C4}"/>
          </ac:spMkLst>
        </pc:spChg>
        <pc:spChg chg="mod ord">
          <ac:chgData name="Srujan J" userId="d2d989060cf4f7bb" providerId="LiveId" clId="{6E6BBC6D-95F0-4432-9FA5-A296E4E55FED}" dt="2025-11-19T17:46:02.077" v="363" actId="700"/>
          <ac:spMkLst>
            <pc:docMk/>
            <pc:sldMk cId="3364201895" sldId="291"/>
            <ac:spMk id="145" creationId="{80B1EC63-077C-2E20-38DD-37A14AEA654B}"/>
          </ac:spMkLst>
        </pc:spChg>
      </pc:sldChg>
      <pc:sldChg chg="addSp delSp modSp add mod chgLayout">
        <pc:chgData name="Srujan J" userId="d2d989060cf4f7bb" providerId="LiveId" clId="{6E6BBC6D-95F0-4432-9FA5-A296E4E55FED}" dt="2025-11-19T17:45:30.174" v="362" actId="27636"/>
        <pc:sldMkLst>
          <pc:docMk/>
          <pc:sldMk cId="3760893739" sldId="292"/>
        </pc:sldMkLst>
        <pc:spChg chg="add mod ord">
          <ac:chgData name="Srujan J" userId="d2d989060cf4f7bb" providerId="LiveId" clId="{6E6BBC6D-95F0-4432-9FA5-A296E4E55FED}" dt="2025-11-19T17:45:30.174" v="362" actId="27636"/>
          <ac:spMkLst>
            <pc:docMk/>
            <pc:sldMk cId="3760893739" sldId="292"/>
            <ac:spMk id="2" creationId="{0C7441AA-5D33-1EE9-C2F1-480866E97CB6}"/>
          </ac:spMkLst>
        </pc:spChg>
        <pc:spChg chg="mod ord">
          <ac:chgData name="Srujan J" userId="d2d989060cf4f7bb" providerId="LiveId" clId="{6E6BBC6D-95F0-4432-9FA5-A296E4E55FED}" dt="2025-11-19T17:42:09.625" v="313" actId="700"/>
          <ac:spMkLst>
            <pc:docMk/>
            <pc:sldMk cId="3760893739" sldId="292"/>
            <ac:spMk id="140" creationId="{431E615D-A400-E7A8-6E67-72C62EAB75D0}"/>
          </ac:spMkLst>
        </pc:spChg>
        <pc:spChg chg="del">
          <ac:chgData name="Srujan J" userId="d2d989060cf4f7bb" providerId="LiveId" clId="{6E6BBC6D-95F0-4432-9FA5-A296E4E55FED}" dt="2025-11-19T17:42:05.191" v="312" actId="478"/>
          <ac:spMkLst>
            <pc:docMk/>
            <pc:sldMk cId="3760893739" sldId="292"/>
            <ac:spMk id="141" creationId="{ECCFE0AD-D63F-380D-9FDE-18FC16AB689D}"/>
          </ac:spMkLst>
        </pc:spChg>
        <pc:spChg chg="mod ord">
          <ac:chgData name="Srujan J" userId="d2d989060cf4f7bb" providerId="LiveId" clId="{6E6BBC6D-95F0-4432-9FA5-A296E4E55FED}" dt="2025-11-19T17:42:09.625" v="313" actId="700"/>
          <ac:spMkLst>
            <pc:docMk/>
            <pc:sldMk cId="3760893739" sldId="292"/>
            <ac:spMk id="145" creationId="{E304CD41-04E3-0ADC-8DDD-09EF4B1D7EF5}"/>
          </ac:spMkLst>
        </pc:spChg>
      </pc:sldChg>
      <pc:sldChg chg="addSp delSp modSp add mod chgLayout">
        <pc:chgData name="Srujan J" userId="d2d989060cf4f7bb" providerId="LiveId" clId="{6E6BBC6D-95F0-4432-9FA5-A296E4E55FED}" dt="2025-11-19T17:41:15.389" v="311" actId="20577"/>
        <pc:sldMkLst>
          <pc:docMk/>
          <pc:sldMk cId="1273132864" sldId="293"/>
        </pc:sldMkLst>
        <pc:spChg chg="add mod ord">
          <ac:chgData name="Srujan J" userId="d2d989060cf4f7bb" providerId="LiveId" clId="{6E6BBC6D-95F0-4432-9FA5-A296E4E55FED}" dt="2025-11-19T17:41:15.389" v="311" actId="20577"/>
          <ac:spMkLst>
            <pc:docMk/>
            <pc:sldMk cId="1273132864" sldId="293"/>
            <ac:spMk id="2" creationId="{46CE7AFF-2918-5724-691F-3A5B08E0EB99}"/>
          </ac:spMkLst>
        </pc:spChg>
        <pc:spChg chg="mod ord">
          <ac:chgData name="Srujan J" userId="d2d989060cf4f7bb" providerId="LiveId" clId="{6E6BBC6D-95F0-4432-9FA5-A296E4E55FED}" dt="2025-11-19T17:33:43.981" v="216" actId="700"/>
          <ac:spMkLst>
            <pc:docMk/>
            <pc:sldMk cId="1273132864" sldId="293"/>
            <ac:spMk id="140" creationId="{DC5D63FC-6D3D-915C-A3C1-18379677696F}"/>
          </ac:spMkLst>
        </pc:spChg>
        <pc:spChg chg="del">
          <ac:chgData name="Srujan J" userId="d2d989060cf4f7bb" providerId="LiveId" clId="{6E6BBC6D-95F0-4432-9FA5-A296E4E55FED}" dt="2025-11-19T17:33:37.694" v="215" actId="478"/>
          <ac:spMkLst>
            <pc:docMk/>
            <pc:sldMk cId="1273132864" sldId="293"/>
            <ac:spMk id="141" creationId="{E0625A03-9FCD-75A4-7140-E069291D1A3D}"/>
          </ac:spMkLst>
        </pc:spChg>
        <pc:spChg chg="mod ord">
          <ac:chgData name="Srujan J" userId="d2d989060cf4f7bb" providerId="LiveId" clId="{6E6BBC6D-95F0-4432-9FA5-A296E4E55FED}" dt="2025-11-19T17:33:43.981" v="216" actId="700"/>
          <ac:spMkLst>
            <pc:docMk/>
            <pc:sldMk cId="1273132864" sldId="293"/>
            <ac:spMk id="145" creationId="{415712FB-766E-437D-71DD-6ADF2D91E909}"/>
          </ac:spMkLst>
        </pc:spChg>
      </pc:sldChg>
      <pc:sldChg chg="modSp add mod">
        <pc:chgData name="Srujan J" userId="d2d989060cf4f7bb" providerId="LiveId" clId="{6E6BBC6D-95F0-4432-9FA5-A296E4E55FED}" dt="2025-11-19T18:25:41.202" v="838" actId="27636"/>
        <pc:sldMkLst>
          <pc:docMk/>
          <pc:sldMk cId="1602914722" sldId="294"/>
        </pc:sldMkLst>
        <pc:spChg chg="mod">
          <ac:chgData name="Srujan J" userId="d2d989060cf4f7bb" providerId="LiveId" clId="{6E6BBC6D-95F0-4432-9FA5-A296E4E55FED}" dt="2025-11-19T17:29:30.319" v="203" actId="20577"/>
          <ac:spMkLst>
            <pc:docMk/>
            <pc:sldMk cId="1602914722" sldId="294"/>
            <ac:spMk id="162" creationId="{61C8EA17-E97B-330B-7A3F-013E05DF6A77}"/>
          </ac:spMkLst>
        </pc:spChg>
        <pc:spChg chg="mod">
          <ac:chgData name="Srujan J" userId="d2d989060cf4f7bb" providerId="LiveId" clId="{6E6BBC6D-95F0-4432-9FA5-A296E4E55FED}" dt="2025-11-19T18:25:41.202" v="838" actId="27636"/>
          <ac:spMkLst>
            <pc:docMk/>
            <pc:sldMk cId="1602914722" sldId="294"/>
            <ac:spMk id="164" creationId="{0C423EBE-0CE1-51B2-1624-434D37A3678D}"/>
          </ac:spMkLst>
        </pc:spChg>
      </pc:sldChg>
      <pc:sldChg chg="modSp add mod">
        <pc:chgData name="Srujan J" userId="d2d989060cf4f7bb" providerId="LiveId" clId="{6E6BBC6D-95F0-4432-9FA5-A296E4E55FED}" dt="2025-11-19T17:41:00.359" v="307" actId="20577"/>
        <pc:sldMkLst>
          <pc:docMk/>
          <pc:sldMk cId="727836584" sldId="295"/>
        </pc:sldMkLst>
        <pc:spChg chg="mod">
          <ac:chgData name="Srujan J" userId="d2d989060cf4f7bb" providerId="LiveId" clId="{6E6BBC6D-95F0-4432-9FA5-A296E4E55FED}" dt="2025-11-19T17:41:00.359" v="307" actId="20577"/>
          <ac:spMkLst>
            <pc:docMk/>
            <pc:sldMk cId="727836584" sldId="295"/>
            <ac:spMk id="2" creationId="{D7A30723-AFCD-3B8A-FF6C-622DADFA4B2E}"/>
          </ac:spMkLst>
        </pc:spChg>
      </pc:sldChg>
      <pc:sldChg chg="modSp add mod">
        <pc:chgData name="Srujan J" userId="d2d989060cf4f7bb" providerId="LiveId" clId="{6E6BBC6D-95F0-4432-9FA5-A296E4E55FED}" dt="2025-11-19T18:14:18.952" v="685" actId="14100"/>
        <pc:sldMkLst>
          <pc:docMk/>
          <pc:sldMk cId="3939381781" sldId="296"/>
        </pc:sldMkLst>
        <pc:spChg chg="mod">
          <ac:chgData name="Srujan J" userId="d2d989060cf4f7bb" providerId="LiveId" clId="{6E6BBC6D-95F0-4432-9FA5-A296E4E55FED}" dt="2025-11-19T18:14:18.952" v="685" actId="14100"/>
          <ac:spMkLst>
            <pc:docMk/>
            <pc:sldMk cId="3939381781" sldId="296"/>
            <ac:spMk id="186" creationId="{BA377F7B-386A-EF01-35A8-55E8AEFFB22B}"/>
          </ac:spMkLst>
        </pc:spChg>
      </pc:sldChg>
      <pc:sldChg chg="modSp add mod">
        <pc:chgData name="Srujan J" userId="d2d989060cf4f7bb" providerId="LiveId" clId="{6E6BBC6D-95F0-4432-9FA5-A296E4E55FED}" dt="2025-11-19T18:15:52.341" v="712" actId="20577"/>
        <pc:sldMkLst>
          <pc:docMk/>
          <pc:sldMk cId="2421471401" sldId="297"/>
        </pc:sldMkLst>
        <pc:spChg chg="mod">
          <ac:chgData name="Srujan J" userId="d2d989060cf4f7bb" providerId="LiveId" clId="{6E6BBC6D-95F0-4432-9FA5-A296E4E55FED}" dt="2025-11-19T18:15:52.341" v="712" actId="20577"/>
          <ac:spMkLst>
            <pc:docMk/>
            <pc:sldMk cId="2421471401" sldId="297"/>
            <ac:spMk id="186" creationId="{36963FD8-2DB4-4DA5-F9E5-2C301D65B406}"/>
          </ac:spMkLst>
        </pc:spChg>
      </pc:sldChg>
      <pc:sldChg chg="modSp add mod">
        <pc:chgData name="Srujan J" userId="d2d989060cf4f7bb" providerId="LiveId" clId="{6E6BBC6D-95F0-4432-9FA5-A296E4E55FED}" dt="2025-11-19T18:16:43.254" v="718" actId="20577"/>
        <pc:sldMkLst>
          <pc:docMk/>
          <pc:sldMk cId="3107122509" sldId="298"/>
        </pc:sldMkLst>
        <pc:spChg chg="mod">
          <ac:chgData name="Srujan J" userId="d2d989060cf4f7bb" providerId="LiveId" clId="{6E6BBC6D-95F0-4432-9FA5-A296E4E55FED}" dt="2025-11-19T18:16:43.254" v="718" actId="20577"/>
          <ac:spMkLst>
            <pc:docMk/>
            <pc:sldMk cId="3107122509" sldId="298"/>
            <ac:spMk id="186" creationId="{8DC22D7D-51C5-81C7-25CB-FF6198C18A19}"/>
          </ac:spMkLst>
        </pc:spChg>
      </pc:sldChg>
      <pc:sldChg chg="modSp add mod">
        <pc:chgData name="Srujan J" userId="d2d989060cf4f7bb" providerId="LiveId" clId="{6E6BBC6D-95F0-4432-9FA5-A296E4E55FED}" dt="2025-11-19T18:19:52.552" v="791" actId="113"/>
        <pc:sldMkLst>
          <pc:docMk/>
          <pc:sldMk cId="3250191679" sldId="299"/>
        </pc:sldMkLst>
        <pc:spChg chg="mod">
          <ac:chgData name="Srujan J" userId="d2d989060cf4f7bb" providerId="LiveId" clId="{6E6BBC6D-95F0-4432-9FA5-A296E4E55FED}" dt="2025-11-19T18:17:24.805" v="770" actId="20577"/>
          <ac:spMkLst>
            <pc:docMk/>
            <pc:sldMk cId="3250191679" sldId="299"/>
            <ac:spMk id="184" creationId="{3DD6BF7A-7F54-C48D-DB63-50616554ACCD}"/>
          </ac:spMkLst>
        </pc:spChg>
        <pc:spChg chg="mod">
          <ac:chgData name="Srujan J" userId="d2d989060cf4f7bb" providerId="LiveId" clId="{6E6BBC6D-95F0-4432-9FA5-A296E4E55FED}" dt="2025-11-19T18:19:52.552" v="791" actId="113"/>
          <ac:spMkLst>
            <pc:docMk/>
            <pc:sldMk cId="3250191679" sldId="299"/>
            <ac:spMk id="186" creationId="{2368CAC2-A10A-F912-51F0-6C63969B7E6E}"/>
          </ac:spMkLst>
        </pc:spChg>
      </pc:sldChg>
      <pc:sldChg chg="modSp add mod">
        <pc:chgData name="Srujan J" userId="d2d989060cf4f7bb" providerId="LiveId" clId="{6E6BBC6D-95F0-4432-9FA5-A296E4E55FED}" dt="2025-11-19T18:20:04.130" v="794" actId="27636"/>
        <pc:sldMkLst>
          <pc:docMk/>
          <pc:sldMk cId="4094007731" sldId="300"/>
        </pc:sldMkLst>
        <pc:spChg chg="mod">
          <ac:chgData name="Srujan J" userId="d2d989060cf4f7bb" providerId="LiveId" clId="{6E6BBC6D-95F0-4432-9FA5-A296E4E55FED}" dt="2025-11-19T18:20:04.130" v="794" actId="27636"/>
          <ac:spMkLst>
            <pc:docMk/>
            <pc:sldMk cId="4094007731" sldId="300"/>
            <ac:spMk id="186" creationId="{8DC1C19E-E937-BD56-36F9-DC002C9350DE}"/>
          </ac:spMkLst>
        </pc:spChg>
      </pc:sldChg>
      <pc:sldChg chg="modSp add">
        <pc:chgData name="Srujan J" userId="d2d989060cf4f7bb" providerId="LiveId" clId="{6E6BBC6D-95F0-4432-9FA5-A296E4E55FED}" dt="2025-11-19T18:22:40.975" v="819"/>
        <pc:sldMkLst>
          <pc:docMk/>
          <pc:sldMk cId="1679241224" sldId="301"/>
        </pc:sldMkLst>
        <pc:spChg chg="mod">
          <ac:chgData name="Srujan J" userId="d2d989060cf4f7bb" providerId="LiveId" clId="{6E6BBC6D-95F0-4432-9FA5-A296E4E55FED}" dt="2025-11-19T18:22:40.975" v="819"/>
          <ac:spMkLst>
            <pc:docMk/>
            <pc:sldMk cId="1679241224" sldId="301"/>
            <ac:spMk id="164" creationId="{360D49AA-C51D-7AA7-B820-D6BB1C888AE3}"/>
          </ac:spMkLst>
        </pc:spChg>
      </pc:sldChg>
      <pc:sldChg chg="modSp add mod">
        <pc:chgData name="Srujan J" userId="d2d989060cf4f7bb" providerId="LiveId" clId="{6E6BBC6D-95F0-4432-9FA5-A296E4E55FED}" dt="2025-11-19T18:26:51.078" v="849" actId="113"/>
        <pc:sldMkLst>
          <pc:docMk/>
          <pc:sldMk cId="1914186347" sldId="302"/>
        </pc:sldMkLst>
        <pc:spChg chg="mod">
          <ac:chgData name="Srujan J" userId="d2d989060cf4f7bb" providerId="LiveId" clId="{6E6BBC6D-95F0-4432-9FA5-A296E4E55FED}" dt="2025-11-19T18:26:51.078" v="849" actId="113"/>
          <ac:spMkLst>
            <pc:docMk/>
            <pc:sldMk cId="1914186347" sldId="302"/>
            <ac:spMk id="164" creationId="{D396625F-D319-496C-B390-60E1582FDC40}"/>
          </ac:spMkLst>
        </pc:spChg>
      </pc:sldChg>
      <pc:sldChg chg="modSp add mod">
        <pc:chgData name="Srujan J" userId="d2d989060cf4f7bb" providerId="LiveId" clId="{6E6BBC6D-95F0-4432-9FA5-A296E4E55FED}" dt="2025-11-19T18:30:02.095" v="891" actId="27636"/>
        <pc:sldMkLst>
          <pc:docMk/>
          <pc:sldMk cId="655095716" sldId="303"/>
        </pc:sldMkLst>
        <pc:spChg chg="mod">
          <ac:chgData name="Srujan J" userId="d2d989060cf4f7bb" providerId="LiveId" clId="{6E6BBC6D-95F0-4432-9FA5-A296E4E55FED}" dt="2025-11-19T18:30:02.095" v="891" actId="27636"/>
          <ac:spMkLst>
            <pc:docMk/>
            <pc:sldMk cId="655095716" sldId="303"/>
            <ac:spMk id="197" creationId="{6AC4E66F-E83E-60C3-4290-C653CA190B5B}"/>
          </ac:spMkLst>
        </pc:spChg>
      </pc:sldChg>
      <pc:sldChg chg="modSp add mod">
        <pc:chgData name="Srujan J" userId="d2d989060cf4f7bb" providerId="LiveId" clId="{6E6BBC6D-95F0-4432-9FA5-A296E4E55FED}" dt="2025-11-19T18:39:07.040" v="1018" actId="255"/>
        <pc:sldMkLst>
          <pc:docMk/>
          <pc:sldMk cId="1257671708" sldId="304"/>
        </pc:sldMkLst>
        <pc:spChg chg="mod">
          <ac:chgData name="Srujan J" userId="d2d989060cf4f7bb" providerId="LiveId" clId="{6E6BBC6D-95F0-4432-9FA5-A296E4E55FED}" dt="2025-11-19T18:39:07.040" v="1018" actId="255"/>
          <ac:spMkLst>
            <pc:docMk/>
            <pc:sldMk cId="1257671708" sldId="304"/>
            <ac:spMk id="2" creationId="{0B733FDC-53F8-3723-8A9F-529A12207BA8}"/>
          </ac:spMkLst>
        </pc:spChg>
      </pc:sldChg>
      <pc:sldChg chg="modSp add">
        <pc:chgData name="Srujan J" userId="d2d989060cf4f7bb" providerId="LiveId" clId="{6E6BBC6D-95F0-4432-9FA5-A296E4E55FED}" dt="2025-11-19T18:39:19.589" v="1020"/>
        <pc:sldMkLst>
          <pc:docMk/>
          <pc:sldMk cId="3410022069" sldId="305"/>
        </pc:sldMkLst>
        <pc:spChg chg="mod">
          <ac:chgData name="Srujan J" userId="d2d989060cf4f7bb" providerId="LiveId" clId="{6E6BBC6D-95F0-4432-9FA5-A296E4E55FED}" dt="2025-11-19T18:39:19.589" v="1020"/>
          <ac:spMkLst>
            <pc:docMk/>
            <pc:sldMk cId="3410022069" sldId="305"/>
            <ac:spMk id="2" creationId="{C231B31D-DA93-1BAA-3969-547183799BA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5F89D22-9F09-D22E-849B-C2A2E5C2D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836297D7-09FA-FBB2-B382-CBF8894ED2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2040C93D-57AD-B77D-E307-3367CECDB8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7429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e5b6d73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8" name="Google Shape;138;g2ee5b6d736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154C3B32-A667-25BD-D2CF-2F63379E8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e5b6d736e_0_0:notes">
            <a:extLst>
              <a:ext uri="{FF2B5EF4-FFF2-40B4-BE49-F238E27FC236}">
                <a16:creationId xmlns:a16="http://schemas.microsoft.com/office/drawing/2014/main" id="{756FCD29-C4A7-1040-166E-760B7C1113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8" name="Google Shape;138;g2ee5b6d736e_0_0:notes">
            <a:extLst>
              <a:ext uri="{FF2B5EF4-FFF2-40B4-BE49-F238E27FC236}">
                <a16:creationId xmlns:a16="http://schemas.microsoft.com/office/drawing/2014/main" id="{C47DD081-2D51-99FA-09F9-CB397ACF58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1815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F2237580-1688-03CE-7153-425D5CC9B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e5b6d736e_0_0:notes">
            <a:extLst>
              <a:ext uri="{FF2B5EF4-FFF2-40B4-BE49-F238E27FC236}">
                <a16:creationId xmlns:a16="http://schemas.microsoft.com/office/drawing/2014/main" id="{06AD87FA-4B90-DADF-6B30-22A9685009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8" name="Google Shape;138;g2ee5b6d736e_0_0:notes">
            <a:extLst>
              <a:ext uri="{FF2B5EF4-FFF2-40B4-BE49-F238E27FC236}">
                <a16:creationId xmlns:a16="http://schemas.microsoft.com/office/drawing/2014/main" id="{C75B472C-8CA7-9EE3-01C6-BBFF3DB94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9816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AA05D01C-A58C-DFE4-2C16-0472F457D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e5b6d736e_0_0:notes">
            <a:extLst>
              <a:ext uri="{FF2B5EF4-FFF2-40B4-BE49-F238E27FC236}">
                <a16:creationId xmlns:a16="http://schemas.microsoft.com/office/drawing/2014/main" id="{F8B04A2F-4631-9E26-DA49-D3BD67B6EB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8" name="Google Shape;138;g2ee5b6d736e_0_0:notes">
            <a:extLst>
              <a:ext uri="{FF2B5EF4-FFF2-40B4-BE49-F238E27FC236}">
                <a16:creationId xmlns:a16="http://schemas.microsoft.com/office/drawing/2014/main" id="{9C3239CD-FD27-EFB8-8D1C-EAE9DA9071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7649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099495D2-873C-51BF-62E7-A164DFC95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e5b6d736e_0_0:notes">
            <a:extLst>
              <a:ext uri="{FF2B5EF4-FFF2-40B4-BE49-F238E27FC236}">
                <a16:creationId xmlns:a16="http://schemas.microsoft.com/office/drawing/2014/main" id="{044BEAE6-9778-7C36-0312-25021143F7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8" name="Google Shape;138;g2ee5b6d736e_0_0:notes">
            <a:extLst>
              <a:ext uri="{FF2B5EF4-FFF2-40B4-BE49-F238E27FC236}">
                <a16:creationId xmlns:a16="http://schemas.microsoft.com/office/drawing/2014/main" id="{2717DCFF-317D-80F3-2068-65A39ADDE4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872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F471A9D-E0B6-FCDA-7EB9-C80D31B5E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e5b6d736e_0_0:notes">
            <a:extLst>
              <a:ext uri="{FF2B5EF4-FFF2-40B4-BE49-F238E27FC236}">
                <a16:creationId xmlns:a16="http://schemas.microsoft.com/office/drawing/2014/main" id="{6DEF6D77-22CB-8C7B-5EFD-D88C1160D5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8" name="Google Shape;138;g2ee5b6d736e_0_0:notes">
            <a:extLst>
              <a:ext uri="{FF2B5EF4-FFF2-40B4-BE49-F238E27FC236}">
                <a16:creationId xmlns:a16="http://schemas.microsoft.com/office/drawing/2014/main" id="{C65725E6-A410-C92D-304E-36A1A1DD5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40493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41F9C53-8E36-CC47-8F19-7F5185CC4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e5b6d736e_0_0:notes">
            <a:extLst>
              <a:ext uri="{FF2B5EF4-FFF2-40B4-BE49-F238E27FC236}">
                <a16:creationId xmlns:a16="http://schemas.microsoft.com/office/drawing/2014/main" id="{E8C63DAE-E872-66E1-F2B9-7232A7242C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8" name="Google Shape;138;g2ee5b6d736e_0_0:notes">
            <a:extLst>
              <a:ext uri="{FF2B5EF4-FFF2-40B4-BE49-F238E27FC236}">
                <a16:creationId xmlns:a16="http://schemas.microsoft.com/office/drawing/2014/main" id="{A5779E94-F11E-AB0F-4B72-B4CB6990EF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9239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6DCEF594-0556-2B47-F7CA-8001DA737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e5b6d736e_0_0:notes">
            <a:extLst>
              <a:ext uri="{FF2B5EF4-FFF2-40B4-BE49-F238E27FC236}">
                <a16:creationId xmlns:a16="http://schemas.microsoft.com/office/drawing/2014/main" id="{771E73D4-788D-D665-67B4-B4A4DB8FAC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8" name="Google Shape;138;g2ee5b6d736e_0_0:notes">
            <a:extLst>
              <a:ext uri="{FF2B5EF4-FFF2-40B4-BE49-F238E27FC236}">
                <a16:creationId xmlns:a16="http://schemas.microsoft.com/office/drawing/2014/main" id="{49A89822-DB65-18E1-B466-A11826583F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64350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D0466BDA-8AF9-4B7D-3B6F-19DFEFB81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e5b6d736e_0_0:notes">
            <a:extLst>
              <a:ext uri="{FF2B5EF4-FFF2-40B4-BE49-F238E27FC236}">
                <a16:creationId xmlns:a16="http://schemas.microsoft.com/office/drawing/2014/main" id="{683D0AF6-5E52-6942-E919-7583B439E1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8" name="Google Shape;138;g2ee5b6d736e_0_0:notes">
            <a:extLst>
              <a:ext uri="{FF2B5EF4-FFF2-40B4-BE49-F238E27FC236}">
                <a16:creationId xmlns:a16="http://schemas.microsoft.com/office/drawing/2014/main" id="{683FDD42-66ED-26E9-FE16-975C5C457C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98164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6CA27ECA-4798-29FC-EF1D-D305C329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e5b6d736e_0_0:notes">
            <a:extLst>
              <a:ext uri="{FF2B5EF4-FFF2-40B4-BE49-F238E27FC236}">
                <a16:creationId xmlns:a16="http://schemas.microsoft.com/office/drawing/2014/main" id="{F2C0898E-FF0F-72F1-ECAF-FD222BA42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8" name="Google Shape;138;g2ee5b6d736e_0_0:notes">
            <a:extLst>
              <a:ext uri="{FF2B5EF4-FFF2-40B4-BE49-F238E27FC236}">
                <a16:creationId xmlns:a16="http://schemas.microsoft.com/office/drawing/2014/main" id="{475CB0AF-160C-A41F-C9C4-7A500E3B4F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08958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2c8337b1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2" name="Google Shape;182;g312c8337b12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EA7EEEF4-5406-3F09-4F39-E86C9D877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2c8337b12_0_34:notes">
            <a:extLst>
              <a:ext uri="{FF2B5EF4-FFF2-40B4-BE49-F238E27FC236}">
                <a16:creationId xmlns:a16="http://schemas.microsoft.com/office/drawing/2014/main" id="{1AD09EF3-D081-AC11-0630-B61A5F5AF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2" name="Google Shape;182;g312c8337b12_0_34:notes">
            <a:extLst>
              <a:ext uri="{FF2B5EF4-FFF2-40B4-BE49-F238E27FC236}">
                <a16:creationId xmlns:a16="http://schemas.microsoft.com/office/drawing/2014/main" id="{C82AE30E-45E2-86BA-DC25-5CF88CD041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76330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7D6BD6E7-FE31-111E-0806-8748285DF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2c8337b12_0_34:notes">
            <a:extLst>
              <a:ext uri="{FF2B5EF4-FFF2-40B4-BE49-F238E27FC236}">
                <a16:creationId xmlns:a16="http://schemas.microsoft.com/office/drawing/2014/main" id="{6626728C-290F-1BDE-AF6C-24099942CA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2" name="Google Shape;182;g312c8337b12_0_34:notes">
            <a:extLst>
              <a:ext uri="{FF2B5EF4-FFF2-40B4-BE49-F238E27FC236}">
                <a16:creationId xmlns:a16="http://schemas.microsoft.com/office/drawing/2014/main" id="{4A17A886-F11A-E1E1-8567-6E75FFA9DF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97135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1E9765B1-3B7C-0CC3-FFB5-D7D8A415B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2c8337b12_0_34:notes">
            <a:extLst>
              <a:ext uri="{FF2B5EF4-FFF2-40B4-BE49-F238E27FC236}">
                <a16:creationId xmlns:a16="http://schemas.microsoft.com/office/drawing/2014/main" id="{84045736-B7C7-C82F-1FEA-50ED5C0039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2" name="Google Shape;182;g312c8337b12_0_34:notes">
            <a:extLst>
              <a:ext uri="{FF2B5EF4-FFF2-40B4-BE49-F238E27FC236}">
                <a16:creationId xmlns:a16="http://schemas.microsoft.com/office/drawing/2014/main" id="{4EEBD835-2CB4-E86F-3E34-42E51FCB2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71280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83E16417-3EE2-5239-3279-196DB02A9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2c8337b12_0_34:notes">
            <a:extLst>
              <a:ext uri="{FF2B5EF4-FFF2-40B4-BE49-F238E27FC236}">
                <a16:creationId xmlns:a16="http://schemas.microsoft.com/office/drawing/2014/main" id="{E48BB604-0E65-D07B-172F-A88C05B5F3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2" name="Google Shape;182;g312c8337b12_0_34:notes">
            <a:extLst>
              <a:ext uri="{FF2B5EF4-FFF2-40B4-BE49-F238E27FC236}">
                <a16:creationId xmlns:a16="http://schemas.microsoft.com/office/drawing/2014/main" id="{C2AC9546-EBCC-5A62-B775-287DF3E607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32686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E03DBD3A-3414-7AE2-16E3-5FEF08BCB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2c8337b12_0_34:notes">
            <a:extLst>
              <a:ext uri="{FF2B5EF4-FFF2-40B4-BE49-F238E27FC236}">
                <a16:creationId xmlns:a16="http://schemas.microsoft.com/office/drawing/2014/main" id="{135D48EC-E6BF-C947-AAA7-BFF8A2127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2" name="Google Shape;182;g312c8337b12_0_34:notes">
            <a:extLst>
              <a:ext uri="{FF2B5EF4-FFF2-40B4-BE49-F238E27FC236}">
                <a16:creationId xmlns:a16="http://schemas.microsoft.com/office/drawing/2014/main" id="{5604A4DB-0A0D-2F47-99F1-26ACE2AC1D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4819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98A4FDD4-1C7F-3852-779F-91B08D54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2c8337b12_0_34:notes">
            <a:extLst>
              <a:ext uri="{FF2B5EF4-FFF2-40B4-BE49-F238E27FC236}">
                <a16:creationId xmlns:a16="http://schemas.microsoft.com/office/drawing/2014/main" id="{F6A9CB3E-E087-6DC3-80C2-24474B4DE3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2" name="Google Shape;182;g312c8337b12_0_34:notes">
            <a:extLst>
              <a:ext uri="{FF2B5EF4-FFF2-40B4-BE49-F238E27FC236}">
                <a16:creationId xmlns:a16="http://schemas.microsoft.com/office/drawing/2014/main" id="{00985C64-90A7-9480-3550-C923FFBED1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69241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C40A27DB-A8D3-A441-D745-D5539121C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2c8337b12_0_34:notes">
            <a:extLst>
              <a:ext uri="{FF2B5EF4-FFF2-40B4-BE49-F238E27FC236}">
                <a16:creationId xmlns:a16="http://schemas.microsoft.com/office/drawing/2014/main" id="{102ABCD9-D056-9F56-8A8F-B23397FD2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2" name="Google Shape;182;g312c8337b12_0_34:notes">
            <a:extLst>
              <a:ext uri="{FF2B5EF4-FFF2-40B4-BE49-F238E27FC236}">
                <a16:creationId xmlns:a16="http://schemas.microsoft.com/office/drawing/2014/main" id="{47686AED-7EB4-BB43-9376-92648A6DE3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85250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4238DD2E-6179-BBCF-2635-3F594619B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2c8337b12_0_34:notes">
            <a:extLst>
              <a:ext uri="{FF2B5EF4-FFF2-40B4-BE49-F238E27FC236}">
                <a16:creationId xmlns:a16="http://schemas.microsoft.com/office/drawing/2014/main" id="{82F59DDB-B781-60D8-9881-BDE60A03F7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2" name="Google Shape;182;g312c8337b12_0_34:notes">
            <a:extLst>
              <a:ext uri="{FF2B5EF4-FFF2-40B4-BE49-F238E27FC236}">
                <a16:creationId xmlns:a16="http://schemas.microsoft.com/office/drawing/2014/main" id="{2B82E2C5-25AE-A98D-1725-891FBDB030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64989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DAC82977-22B9-004E-A95C-9C297CC4D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2c8337b12_0_34:notes">
            <a:extLst>
              <a:ext uri="{FF2B5EF4-FFF2-40B4-BE49-F238E27FC236}">
                <a16:creationId xmlns:a16="http://schemas.microsoft.com/office/drawing/2014/main" id="{924D4A49-D5EE-6D6D-5982-0322F098EB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2" name="Google Shape;182;g312c8337b12_0_34:notes">
            <a:extLst>
              <a:ext uri="{FF2B5EF4-FFF2-40B4-BE49-F238E27FC236}">
                <a16:creationId xmlns:a16="http://schemas.microsoft.com/office/drawing/2014/main" id="{1A6FF040-152B-93E2-0AC2-80497CCC30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39811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7EC2DCEC-A179-E008-BBEA-6BE343085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>
            <a:extLst>
              <a:ext uri="{FF2B5EF4-FFF2-40B4-BE49-F238E27FC236}">
                <a16:creationId xmlns:a16="http://schemas.microsoft.com/office/drawing/2014/main" id="{FE2CAA6D-1770-FB0E-FD64-93726D8695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0" name="Google Shape;160;p5:notes">
            <a:extLst>
              <a:ext uri="{FF2B5EF4-FFF2-40B4-BE49-F238E27FC236}">
                <a16:creationId xmlns:a16="http://schemas.microsoft.com/office/drawing/2014/main" id="{FE069D7B-64D6-16A5-A679-993A71BA0F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53002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4C926009-7BF7-A7B3-F05E-6CAD287D3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>
            <a:extLst>
              <a:ext uri="{FF2B5EF4-FFF2-40B4-BE49-F238E27FC236}">
                <a16:creationId xmlns:a16="http://schemas.microsoft.com/office/drawing/2014/main" id="{B0919993-A0B6-EEF6-F2ED-54ECAE6917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0" name="Google Shape;160;p5:notes">
            <a:extLst>
              <a:ext uri="{FF2B5EF4-FFF2-40B4-BE49-F238E27FC236}">
                <a16:creationId xmlns:a16="http://schemas.microsoft.com/office/drawing/2014/main" id="{0AF03EA3-DBFE-6337-0278-796BF02059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3569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027E33F7-71B5-DD7F-F494-E6E91774A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>
            <a:extLst>
              <a:ext uri="{FF2B5EF4-FFF2-40B4-BE49-F238E27FC236}">
                <a16:creationId xmlns:a16="http://schemas.microsoft.com/office/drawing/2014/main" id="{E729D095-AB45-D6ED-549A-A9CADCBCE6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0" name="Google Shape;160;p5:notes">
            <a:extLst>
              <a:ext uri="{FF2B5EF4-FFF2-40B4-BE49-F238E27FC236}">
                <a16:creationId xmlns:a16="http://schemas.microsoft.com/office/drawing/2014/main" id="{6E6B9382-EF7D-67D4-B7BE-AFB09489EA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07478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75e81ff8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93" name="Google Shape;193;g3175e81ff8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E7F83493-222B-C3D5-8EC6-98F82405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75e81ff8a_0_0:notes">
            <a:extLst>
              <a:ext uri="{FF2B5EF4-FFF2-40B4-BE49-F238E27FC236}">
                <a16:creationId xmlns:a16="http://schemas.microsoft.com/office/drawing/2014/main" id="{AE3CE401-81E6-2653-C110-8508B71882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93" name="Google Shape;193;g3175e81ff8a_0_0:notes">
            <a:extLst>
              <a:ext uri="{FF2B5EF4-FFF2-40B4-BE49-F238E27FC236}">
                <a16:creationId xmlns:a16="http://schemas.microsoft.com/office/drawing/2014/main" id="{2981119A-E025-F27F-5D56-ABAA5750BF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95891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A0954979-4EA1-C261-BC48-FB9544092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75e81ff8a_0_0:notes">
            <a:extLst>
              <a:ext uri="{FF2B5EF4-FFF2-40B4-BE49-F238E27FC236}">
                <a16:creationId xmlns:a16="http://schemas.microsoft.com/office/drawing/2014/main" id="{B449E7FB-A885-C040-7EA5-AECDA28D05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93" name="Google Shape;193;g3175e81ff8a_0_0:notes">
            <a:extLst>
              <a:ext uri="{FF2B5EF4-FFF2-40B4-BE49-F238E27FC236}">
                <a16:creationId xmlns:a16="http://schemas.microsoft.com/office/drawing/2014/main" id="{BF9063EC-7FFA-E45D-3FE8-24F6F4A4F2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27996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AB89F9FB-E3F9-9F2A-AEA3-DDD109ECA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75e81ff8a_0_0:notes">
            <a:extLst>
              <a:ext uri="{FF2B5EF4-FFF2-40B4-BE49-F238E27FC236}">
                <a16:creationId xmlns:a16="http://schemas.microsoft.com/office/drawing/2014/main" id="{2B84C5E6-C7F1-E9FE-D2EF-756038DE66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93" name="Google Shape;193;g3175e81ff8a_0_0:notes">
            <a:extLst>
              <a:ext uri="{FF2B5EF4-FFF2-40B4-BE49-F238E27FC236}">
                <a16:creationId xmlns:a16="http://schemas.microsoft.com/office/drawing/2014/main" id="{3461C23C-E70F-7F13-0342-C4635A7FE4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21125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>
          <a:extLst>
            <a:ext uri="{FF2B5EF4-FFF2-40B4-BE49-F238E27FC236}">
              <a16:creationId xmlns:a16="http://schemas.microsoft.com/office/drawing/2014/main" id="{4B3A4F80-EF6E-6AA9-47B4-A12781710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>
            <a:extLst>
              <a:ext uri="{FF2B5EF4-FFF2-40B4-BE49-F238E27FC236}">
                <a16:creationId xmlns:a16="http://schemas.microsoft.com/office/drawing/2014/main" id="{59A6A5A4-2EFA-E31F-22FC-16CC275120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p17:notes">
            <a:extLst>
              <a:ext uri="{FF2B5EF4-FFF2-40B4-BE49-F238E27FC236}">
                <a16:creationId xmlns:a16="http://schemas.microsoft.com/office/drawing/2014/main" id="{149A13DF-6FB2-97B0-B431-C27267020E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3606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>
          <a:extLst>
            <a:ext uri="{FF2B5EF4-FFF2-40B4-BE49-F238E27FC236}">
              <a16:creationId xmlns:a16="http://schemas.microsoft.com/office/drawing/2014/main" id="{61AF03B8-4F21-47CF-E3B0-62B52A209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>
            <a:extLst>
              <a:ext uri="{FF2B5EF4-FFF2-40B4-BE49-F238E27FC236}">
                <a16:creationId xmlns:a16="http://schemas.microsoft.com/office/drawing/2014/main" id="{0219F7AB-D1B8-31AB-F521-69B38416A6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p17:notes">
            <a:extLst>
              <a:ext uri="{FF2B5EF4-FFF2-40B4-BE49-F238E27FC236}">
                <a16:creationId xmlns:a16="http://schemas.microsoft.com/office/drawing/2014/main" id="{B61B746A-9E6A-D7F6-D7F8-22B8E9DF5A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7435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>
          <a:extLst>
            <a:ext uri="{FF2B5EF4-FFF2-40B4-BE49-F238E27FC236}">
              <a16:creationId xmlns:a16="http://schemas.microsoft.com/office/drawing/2014/main" id="{C9BEB27E-E3BB-91B8-0946-D4871A0E2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>
            <a:extLst>
              <a:ext uri="{FF2B5EF4-FFF2-40B4-BE49-F238E27FC236}">
                <a16:creationId xmlns:a16="http://schemas.microsoft.com/office/drawing/2014/main" id="{86395F69-F6E0-11ED-8A73-F2AD59E9E6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p17:notes">
            <a:extLst>
              <a:ext uri="{FF2B5EF4-FFF2-40B4-BE49-F238E27FC236}">
                <a16:creationId xmlns:a16="http://schemas.microsoft.com/office/drawing/2014/main" id="{30AF92FF-9012-F4F5-EAFF-8D19778B96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9115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49" name="Google Shape;24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1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2133600" y="914400"/>
            <a:ext cx="7924800" cy="243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800"/>
            </a:pPr>
            <a:r>
              <a:rPr lang="en-US" sz="2800" b="1" dirty="0">
                <a:solidFill>
                  <a:srgbClr val="FF0000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UE23CS320A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 – Capstone Project Phase – 1</a:t>
            </a:r>
            <a:endParaRPr sz="1400" b="0" i="0" u="none" strike="noStrike" cap="none" dirty="0">
              <a:solidFill>
                <a:srgbClr val="000000"/>
              </a:solidFill>
              <a:latin typeface="Trebuchet MS" panose="020B0603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0000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SEMESTER - V </a:t>
            </a:r>
            <a:endParaRPr sz="1400" b="0" i="0" u="none" strike="noStrike" cap="none" dirty="0">
              <a:solidFill>
                <a:srgbClr val="000000"/>
              </a:solidFill>
              <a:latin typeface="Trebuchet MS" panose="020B0603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rgbClr val="FF0000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0000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END SEMESTER ASSESSMENT </a:t>
            </a:r>
            <a:endParaRPr sz="1400" b="0" i="0" u="none" strike="noStrike" cap="none" dirty="0">
              <a:solidFill>
                <a:srgbClr val="000000"/>
              </a:solidFill>
              <a:latin typeface="Trebuchet MS" panose="020B0603020202020204" pitchFamily="34" charset="0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828800" y="3962400"/>
            <a:ext cx="8458200" cy="2753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33CC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Project Title   :  Detecting Depression using Vocal cues</a:t>
            </a:r>
            <a:endParaRPr sz="2400" b="0" i="0" u="none" strike="noStrike" cap="none" dirty="0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  <a:p>
            <a:pPr lvl="0">
              <a:buSzPts val="2400"/>
            </a:pPr>
            <a:r>
              <a:rPr lang="en-US" sz="2400" b="0" i="0" u="none" strike="noStrike" cap="none" dirty="0">
                <a:solidFill>
                  <a:srgbClr val="0033CC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Project ID       :  PW26_CBH_04</a:t>
            </a:r>
            <a:endParaRPr sz="2400" b="0" i="0" u="none" strike="noStrike" cap="none" dirty="0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  <a:p>
            <a:pPr lvl="0">
              <a:buSzPts val="2400"/>
            </a:pPr>
            <a:r>
              <a:rPr lang="en-US" sz="2400" b="0" i="0" u="none" strike="noStrike" cap="none" dirty="0">
                <a:solidFill>
                  <a:srgbClr val="0033CC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Project Guide :  Ms. </a:t>
            </a:r>
            <a:r>
              <a:rPr lang="en-US" sz="2400" b="0" i="0" u="none" strike="noStrike" cap="none" dirty="0" err="1">
                <a:solidFill>
                  <a:srgbClr val="0033CC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Chandravva</a:t>
            </a:r>
            <a:r>
              <a:rPr lang="en-US" sz="2400" b="0" i="0" u="none" strike="noStrike" cap="none" dirty="0">
                <a:solidFill>
                  <a:srgbClr val="0033CC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0" i="0" u="none" strike="noStrike" cap="none" dirty="0" err="1">
                <a:solidFill>
                  <a:srgbClr val="0033CC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Hebbi</a:t>
            </a:r>
            <a:endParaRPr sz="2400" b="0" i="0" u="none" strike="noStrike" cap="none" dirty="0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  <a:p>
            <a:pPr lvl="0">
              <a:buSzPts val="2400"/>
            </a:pPr>
            <a:r>
              <a:rPr lang="en-US" sz="2400" b="0" i="0" u="none" strike="noStrike" cap="none" dirty="0">
                <a:solidFill>
                  <a:srgbClr val="0033CC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Project Team  : Vishruth Rallapalli</a:t>
            </a:r>
          </a:p>
          <a:p>
            <a:pPr lvl="0">
              <a:buSzPts val="2400"/>
            </a:pPr>
            <a:r>
              <a:rPr lang="en-US" sz="2400" dirty="0">
                <a:solidFill>
                  <a:srgbClr val="0033CC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		     Srujan Kumar J</a:t>
            </a:r>
          </a:p>
          <a:p>
            <a:pPr lvl="0">
              <a:buSzPts val="2400"/>
            </a:pPr>
            <a:r>
              <a:rPr lang="en-US" sz="2400" b="0" i="0" u="none" strike="noStrike" cap="none" dirty="0">
                <a:solidFill>
                  <a:srgbClr val="0033CC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                         Yuvraj Rao</a:t>
            </a:r>
          </a:p>
          <a:p>
            <a:pPr lvl="0">
              <a:buSzPts val="2400"/>
            </a:pPr>
            <a:r>
              <a:rPr lang="en-US" sz="2400" dirty="0">
                <a:solidFill>
                  <a:srgbClr val="0033CC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                         Vivan Jeevan Naik</a:t>
            </a:r>
            <a:endParaRPr sz="2400" b="0" i="0" u="none" strike="noStrike" cap="none" dirty="0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1638300" y="2514600"/>
            <a:ext cx="8915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Outline</a:t>
            </a:r>
            <a:endParaRPr b="1" dirty="0">
              <a:solidFill>
                <a:schemeClr val="accent5"/>
              </a:solidFill>
              <a:latin typeface="Trebuchet MS" panose="020B0603020202020204" pitchFamily="34" charset="0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2869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2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2" name="Google Shape;96;p3">
            <a:extLst>
              <a:ext uri="{FF2B5EF4-FFF2-40B4-BE49-F238E27FC236}">
                <a16:creationId xmlns:a16="http://schemas.microsoft.com/office/drawing/2014/main" id="{EF35F957-1AF6-C734-9203-6450218CFA18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8A4004-0610-6AE2-8C53-14C879EF5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0231"/>
            <a:ext cx="10515600" cy="4786732"/>
          </a:xfrm>
        </p:spPr>
        <p:txBody>
          <a:bodyPr>
            <a:normAutofit lnSpcReduction="10000"/>
          </a:bodyPr>
          <a:lstStyle/>
          <a:p>
            <a:pPr marL="685791" indent="-380673" algn="just">
              <a:lnSpc>
                <a:spcPct val="95000"/>
              </a:lnSpc>
              <a:spcBef>
                <a:spcPts val="0"/>
              </a:spcBef>
              <a:buSzPts val="1495"/>
              <a:buFont typeface="Arial"/>
              <a:buChar char="●"/>
            </a:pPr>
            <a:r>
              <a:rPr lang="en-US" dirty="0"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Problem Statement</a:t>
            </a:r>
          </a:p>
          <a:p>
            <a:pPr marL="685791" lvl="0" indent="-380673" algn="just">
              <a:lnSpc>
                <a:spcPct val="95000"/>
              </a:lnSpc>
              <a:spcBef>
                <a:spcPts val="0"/>
              </a:spcBef>
              <a:buSzPts val="1495"/>
              <a:buFont typeface="Arial"/>
              <a:buChar char="●"/>
            </a:pPr>
            <a:r>
              <a:rPr lang="en-US" dirty="0"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Introduction</a:t>
            </a:r>
          </a:p>
          <a:p>
            <a:pPr marL="685791" lvl="0" indent="-380673" algn="just">
              <a:lnSpc>
                <a:spcPct val="95000"/>
              </a:lnSpc>
              <a:spcBef>
                <a:spcPts val="0"/>
              </a:spcBef>
              <a:buSzPts val="1495"/>
              <a:buFont typeface="Arial"/>
              <a:buChar char="●"/>
            </a:pPr>
            <a:r>
              <a:rPr lang="en-US" dirty="0"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Suggestions from Review – 1 and changes incorporated</a:t>
            </a:r>
          </a:p>
          <a:p>
            <a:pPr lvl="0" indent="-152082" algn="just">
              <a:lnSpc>
                <a:spcPct val="95000"/>
              </a:lnSpc>
              <a:spcBef>
                <a:spcPts val="0"/>
              </a:spcBef>
              <a:buSzPts val="1495"/>
              <a:buChar char="●"/>
            </a:pPr>
            <a:r>
              <a:rPr lang="en-US" dirty="0"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  Approach</a:t>
            </a:r>
          </a:p>
          <a:p>
            <a:pPr indent="-152082" algn="just">
              <a:lnSpc>
                <a:spcPct val="95000"/>
              </a:lnSpc>
              <a:spcBef>
                <a:spcPts val="0"/>
              </a:spcBef>
              <a:buSzPts val="1495"/>
              <a:buFont typeface="Arial"/>
              <a:buChar char="●"/>
            </a:pPr>
            <a:r>
              <a:rPr lang="en-US" dirty="0"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  Feasibility</a:t>
            </a:r>
          </a:p>
          <a:p>
            <a:pPr lvl="0" indent="-152082" algn="just">
              <a:lnSpc>
                <a:spcPct val="95000"/>
              </a:lnSpc>
              <a:spcBef>
                <a:spcPts val="0"/>
              </a:spcBef>
              <a:buSzPts val="1495"/>
              <a:buChar char="●"/>
            </a:pPr>
            <a:r>
              <a:rPr lang="en-US" dirty="0"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  Dataset exploration</a:t>
            </a:r>
          </a:p>
          <a:p>
            <a:pPr lvl="0" indent="-152082" algn="just">
              <a:lnSpc>
                <a:spcPct val="95000"/>
              </a:lnSpc>
              <a:spcBef>
                <a:spcPts val="0"/>
              </a:spcBef>
              <a:buSzPts val="1495"/>
              <a:buChar char="●"/>
            </a:pPr>
            <a:r>
              <a:rPr lang="en-US" dirty="0"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  Literature survey</a:t>
            </a:r>
          </a:p>
          <a:p>
            <a:pPr lvl="0" indent="-152082" algn="just">
              <a:lnSpc>
                <a:spcPct val="95000"/>
              </a:lnSpc>
              <a:spcBef>
                <a:spcPts val="0"/>
              </a:spcBef>
              <a:buSzPts val="1495"/>
              <a:buChar char="●"/>
            </a:pPr>
            <a:r>
              <a:rPr lang="en-US" dirty="0"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  Research Gaps &amp; Phase-2 Additions</a:t>
            </a:r>
          </a:p>
          <a:p>
            <a:pPr lvl="0" indent="-152082" algn="just">
              <a:lnSpc>
                <a:spcPct val="95000"/>
              </a:lnSpc>
              <a:spcBef>
                <a:spcPts val="0"/>
              </a:spcBef>
              <a:buSzPts val="1495"/>
              <a:buChar char="●"/>
            </a:pPr>
            <a:r>
              <a:rPr lang="en-US" dirty="0"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  Challenges</a:t>
            </a:r>
          </a:p>
          <a:p>
            <a:pPr lvl="0" indent="-152082" algn="just">
              <a:lnSpc>
                <a:spcPct val="95000"/>
              </a:lnSpc>
              <a:spcBef>
                <a:spcPts val="0"/>
              </a:spcBef>
              <a:buSzPts val="1495"/>
              <a:buFont typeface="Trebuchet MS"/>
              <a:buChar char="●"/>
            </a:pPr>
            <a:r>
              <a:rPr lang="en-US" dirty="0"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  Applications/Use Cases</a:t>
            </a:r>
          </a:p>
          <a:p>
            <a:pPr lvl="0" indent="-152082" algn="just">
              <a:lnSpc>
                <a:spcPct val="95000"/>
              </a:lnSpc>
              <a:spcBef>
                <a:spcPts val="0"/>
              </a:spcBef>
              <a:buSzPts val="1495"/>
              <a:buFont typeface="Trebuchet MS"/>
              <a:buChar char="●"/>
            </a:pPr>
            <a:r>
              <a:rPr lang="en-US" dirty="0"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  References</a:t>
            </a:r>
          </a:p>
          <a:p>
            <a:pPr lvl="0" indent="-152082" algn="just">
              <a:lnSpc>
                <a:spcPct val="95000"/>
              </a:lnSpc>
              <a:spcBef>
                <a:spcPts val="0"/>
              </a:spcBef>
              <a:buSzPts val="1495"/>
              <a:buFont typeface="Trebuchet MS"/>
              <a:buChar char="●"/>
            </a:pPr>
            <a:r>
              <a:rPr lang="en-US" dirty="0"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  Timeline</a:t>
            </a:r>
            <a:endParaRPr lang="en-US" sz="2400" dirty="0"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Introduction</a:t>
            </a:r>
            <a:endParaRPr b="1" dirty="0">
              <a:solidFill>
                <a:schemeClr val="accent5"/>
              </a:solidFill>
              <a:latin typeface="Trebuchet MS" panose="020B0603020202020204" pitchFamily="34" charset="0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" name="Google Shape;109;p3"/>
          <p:cNvSpPr txBox="1">
            <a:spLocks noGrp="1"/>
          </p:cNvSpPr>
          <p:nvPr>
            <p:ph type="body" idx="1"/>
          </p:nvPr>
        </p:nvSpPr>
        <p:spPr>
          <a:xfrm>
            <a:off x="838200" y="1390240"/>
            <a:ext cx="10515600" cy="493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" lvl="0" indent="0">
              <a:buSzPts val="2600"/>
              <a:buNone/>
            </a:pPr>
            <a:r>
              <a:rPr lang="en-US" b="1" dirty="0">
                <a:latin typeface="Trebuchet MS" panose="020B0603020202020204" pitchFamily="34" charset="0"/>
              </a:rPr>
              <a:t>Understanding Depression: </a:t>
            </a:r>
          </a:p>
          <a:p>
            <a:pPr marL="520700" indent="-457200">
              <a:buSzPts val="2600"/>
            </a:pPr>
            <a:r>
              <a:rPr lang="en-US" dirty="0">
                <a:latin typeface="Trebuchet MS" panose="020B0603020202020204" pitchFamily="34" charset="0"/>
              </a:rPr>
              <a:t>Depression affects 280+ million people globally (WHO, 2023).</a:t>
            </a:r>
          </a:p>
          <a:p>
            <a:pPr marL="520700" indent="-457200">
              <a:buSzPts val="2600"/>
            </a:pPr>
            <a:r>
              <a:rPr lang="en-US" dirty="0">
                <a:latin typeface="Trebuchet MS" panose="020B0603020202020204" pitchFamily="34" charset="0"/>
              </a:rPr>
              <a:t>Diagnosis depends on:  </a:t>
            </a:r>
          </a:p>
          <a:p>
            <a:pPr marL="977900" lvl="1" indent="-457200">
              <a:buSzPts val="2600"/>
            </a:pPr>
            <a:r>
              <a:rPr lang="en-US" dirty="0">
                <a:latin typeface="Trebuchet MS" panose="020B0603020202020204" pitchFamily="34" charset="0"/>
              </a:rPr>
              <a:t>Clinical interviews</a:t>
            </a:r>
          </a:p>
          <a:p>
            <a:pPr marL="977900" lvl="1" indent="-457200">
              <a:buSzPts val="2600"/>
            </a:pPr>
            <a:r>
              <a:rPr lang="en-US" dirty="0">
                <a:latin typeface="Trebuchet MS" panose="020B0603020202020204" pitchFamily="34" charset="0"/>
              </a:rPr>
              <a:t>Self-reported questionnaires (PHQ-8/9, BDI-II)</a:t>
            </a:r>
          </a:p>
          <a:p>
            <a:pPr marL="520700" indent="-457200">
              <a:buSzPts val="2600"/>
            </a:pPr>
            <a:r>
              <a:rPr lang="en-US" dirty="0">
                <a:latin typeface="Trebuchet MS" panose="020B0603020202020204" pitchFamily="34" charset="0"/>
              </a:rPr>
              <a:t>These methods are: </a:t>
            </a:r>
          </a:p>
          <a:p>
            <a:pPr marL="977900" lvl="1" indent="-457200">
              <a:buSzPts val="2600"/>
            </a:pPr>
            <a:r>
              <a:rPr lang="en-US" dirty="0">
                <a:latin typeface="Trebuchet MS" panose="020B0603020202020204" pitchFamily="34" charset="0"/>
              </a:rPr>
              <a:t>Subjective </a:t>
            </a:r>
          </a:p>
          <a:p>
            <a:pPr marL="977900" lvl="1" indent="-457200">
              <a:buSzPts val="2600"/>
            </a:pPr>
            <a:r>
              <a:rPr lang="en-US" dirty="0">
                <a:latin typeface="Trebuchet MS" panose="020B0603020202020204" pitchFamily="34" charset="0"/>
              </a:rPr>
              <a:t>Time-consuming </a:t>
            </a:r>
          </a:p>
          <a:p>
            <a:pPr marL="977900" lvl="1" indent="-457200">
              <a:buSzPts val="2600"/>
            </a:pPr>
            <a:r>
              <a:rPr lang="en-US" dirty="0">
                <a:latin typeface="Trebuchet MS" panose="020B0603020202020204" pitchFamily="34" charset="0"/>
              </a:rPr>
              <a:t>Influenced by stigma &amp; underreporting </a:t>
            </a:r>
          </a:p>
          <a:p>
            <a:pPr marL="977900" lvl="1" indent="-457200">
              <a:buSzPts val="2600"/>
            </a:pPr>
            <a:r>
              <a:rPr lang="en-US" dirty="0">
                <a:latin typeface="Trebuchet MS" panose="020B0603020202020204" pitchFamily="34" charset="0"/>
              </a:rPr>
              <a:t>Need for objective, automated, non-intrusive mental health assessment tools.</a:t>
            </a: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16222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3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2" name="Google Shape;102;p2">
            <a:extLst>
              <a:ext uri="{FF2B5EF4-FFF2-40B4-BE49-F238E27FC236}">
                <a16:creationId xmlns:a16="http://schemas.microsoft.com/office/drawing/2014/main" id="{2CFFB1D1-C027-5FC3-C154-789328BEF22E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BBB80577-B935-2C38-B28F-2A5BEF26547E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2260CDA6-B7E5-C1BF-29EC-E0960BA22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DD0CE474-0C22-BD88-40EC-653FAE0C6F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chemeClr val="accent5"/>
                </a:solidFill>
                <a:latin typeface="Trebuchet MS" panose="020B0603020202020204" pitchFamily="34" charset="0"/>
              </a:rPr>
              <a:t>Introduction</a:t>
            </a:r>
            <a:endParaRPr b="1">
              <a:solidFill>
                <a:schemeClr val="accent5"/>
              </a:solidFill>
              <a:latin typeface="Trebuchet MS" panose="020B0603020202020204" pitchFamily="34" charset="0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D3F3132E-A047-F7A7-33DB-5F438937B54D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0AE781DB-001C-2829-B5D5-CCE0BAC365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90232"/>
            <a:ext cx="10515600" cy="493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" lvl="0" indent="0">
              <a:buSzPts val="2600"/>
              <a:buNone/>
            </a:pPr>
            <a:r>
              <a:rPr lang="en-US" b="1" dirty="0">
                <a:latin typeface="Trebuchet MS" panose="020B0603020202020204" pitchFamily="34" charset="0"/>
              </a:rPr>
              <a:t>Why Voice?</a:t>
            </a:r>
          </a:p>
          <a:p>
            <a:pPr marL="520700" indent="-457200">
              <a:buSzPts val="2600"/>
            </a:pPr>
            <a:r>
              <a:rPr lang="en-US" dirty="0">
                <a:latin typeface="Trebuchet MS" panose="020B0603020202020204" pitchFamily="34" charset="0"/>
              </a:rPr>
              <a:t>Depression alters prosody &amp; acoustic properties of speech.</a:t>
            </a:r>
          </a:p>
          <a:p>
            <a:pPr marL="520700" indent="-457200">
              <a:buSzPts val="2600"/>
            </a:pPr>
            <a:r>
              <a:rPr lang="en-US" dirty="0">
                <a:latin typeface="Trebuchet MS" panose="020B0603020202020204" pitchFamily="34" charset="0"/>
              </a:rPr>
              <a:t>Key vocal markers:</a:t>
            </a:r>
          </a:p>
          <a:p>
            <a:pPr marL="977900" lvl="1" indent="-457200">
              <a:buSzPts val="2600"/>
            </a:pPr>
            <a:r>
              <a:rPr lang="en-US" dirty="0">
                <a:latin typeface="Trebuchet MS" panose="020B0603020202020204" pitchFamily="34" charset="0"/>
              </a:rPr>
              <a:t>Reduced pitch variability → monotone tone</a:t>
            </a:r>
          </a:p>
          <a:p>
            <a:pPr marL="977900" lvl="1" indent="-457200">
              <a:buSzPts val="2600"/>
            </a:pPr>
            <a:r>
              <a:rPr lang="en-US" dirty="0">
                <a:latin typeface="Trebuchet MS" panose="020B0603020202020204" pitchFamily="34" charset="0"/>
              </a:rPr>
              <a:t>Low speech rate → slowed cognition</a:t>
            </a:r>
          </a:p>
          <a:p>
            <a:pPr marL="977900" lvl="1" indent="-457200">
              <a:buSzPts val="2600"/>
            </a:pPr>
            <a:r>
              <a:rPr lang="en-US" dirty="0">
                <a:latin typeface="Trebuchet MS" panose="020B0603020202020204" pitchFamily="34" charset="0"/>
              </a:rPr>
              <a:t>Increased silence ratio → hesitation / fatigue</a:t>
            </a:r>
          </a:p>
          <a:p>
            <a:pPr marL="977900" lvl="1" indent="-457200">
              <a:buSzPts val="2600"/>
            </a:pPr>
            <a:r>
              <a:rPr lang="en-US" dirty="0">
                <a:latin typeface="Trebuchet MS" panose="020B0603020202020204" pitchFamily="34" charset="0"/>
              </a:rPr>
              <a:t>Lower energy → emotional flatness</a:t>
            </a:r>
          </a:p>
          <a:p>
            <a:pPr marL="520700" indent="-457200">
              <a:buSzPts val="2600"/>
            </a:pPr>
            <a:r>
              <a:rPr lang="en-US" dirty="0">
                <a:latin typeface="Trebuchet MS" panose="020B0603020202020204" pitchFamily="34" charset="0"/>
              </a:rPr>
              <a:t>Machine learning can map these patterns to depression severity.</a:t>
            </a:r>
            <a:endParaRPr dirty="0">
              <a:latin typeface="Trebuchet MS" panose="020B0603020202020204" pitchFamily="34" charset="0"/>
            </a:endParaRPr>
          </a:p>
        </p:txBody>
      </p:sp>
      <p:pic>
        <p:nvPicPr>
          <p:cNvPr id="110" name="Google Shape;110;p3">
            <a:extLst>
              <a:ext uri="{FF2B5EF4-FFF2-40B4-BE49-F238E27FC236}">
                <a16:creationId xmlns:a16="http://schemas.microsoft.com/office/drawing/2014/main" id="{CF2CB3EA-9E2B-42C5-A996-481E7AA808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978BDA7F-F51A-97EB-0E18-84F2F8BD5C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4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2" name="Google Shape;102;p2">
            <a:extLst>
              <a:ext uri="{FF2B5EF4-FFF2-40B4-BE49-F238E27FC236}">
                <a16:creationId xmlns:a16="http://schemas.microsoft.com/office/drawing/2014/main" id="{F2F2FFD0-E7D8-D174-89D2-281BFD64496A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B3E627DB-66F0-668F-7E74-CA0E280F89A6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571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chemeClr val="accent5"/>
                </a:solidFill>
                <a:latin typeface="Trebuchet MS" panose="020B0603020202020204" pitchFamily="34" charset="0"/>
              </a:rPr>
              <a:t>Problem Statement</a:t>
            </a:r>
            <a:endParaRPr>
              <a:latin typeface="Trebuchet MS" panose="020B0603020202020204" pitchFamily="34" charset="0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31" name="Google Shape;131;p4"/>
          <p:cNvSpPr txBox="1">
            <a:spLocks noGrp="1"/>
          </p:cNvSpPr>
          <p:nvPr>
            <p:ph type="body" idx="1"/>
          </p:nvPr>
        </p:nvSpPr>
        <p:spPr>
          <a:xfrm>
            <a:off x="752353" y="1390232"/>
            <a:ext cx="10601447" cy="4786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Depression diagnosis heavily relies on subjective self-reporting. 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This project aims to build an objective, voice-based depression detection model that analyzes prosodic (pitch, pauses) and acoustic (MFCCs, jitter, shimmer) features to estimate PHQ-8 severity. 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The system should be multilingual, ethically compliant, and aligned with validated research such as the Harvard/MIT DAIC-WOZ depression study.</a:t>
            </a:r>
            <a:endParaRPr dirty="0">
              <a:latin typeface="Trebuchet MS" panose="020B0603020202020204" pitchFamily="34" charset="0"/>
            </a:endParaRPr>
          </a:p>
        </p:txBody>
      </p:sp>
      <p:pic>
        <p:nvPicPr>
          <p:cNvPr id="132" name="Google Shape;13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280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5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2" name="Google Shape;102;p2">
            <a:extLst>
              <a:ext uri="{FF2B5EF4-FFF2-40B4-BE49-F238E27FC236}">
                <a16:creationId xmlns:a16="http://schemas.microsoft.com/office/drawing/2014/main" id="{DECD0184-2006-33BB-0B0F-B7BE1DB5CBFD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A07B84B3-14EC-F88C-9FEE-74E0AB93FCBF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e5b6d736e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chemeClr val="accent5"/>
                </a:solidFill>
                <a:latin typeface="Trebuchet MS" panose="020B0603020202020204" pitchFamily="34" charset="0"/>
              </a:rPr>
              <a:t>Suggestions from Review - 1</a:t>
            </a:r>
            <a:endParaRPr>
              <a:latin typeface="Trebuchet MS" panose="020B0603020202020204" pitchFamily="34" charset="0"/>
            </a:endParaRPr>
          </a:p>
        </p:txBody>
      </p:sp>
      <p:sp>
        <p:nvSpPr>
          <p:cNvPr id="141" name="Google Shape;141;g2ee5b6d736e_0_0"/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89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" name="Google Shape;142;g2ee5b6d736e_0_0"/>
          <p:cNvSpPr txBox="1">
            <a:spLocks noGrp="1"/>
          </p:cNvSpPr>
          <p:nvPr>
            <p:ph type="body" idx="1"/>
          </p:nvPr>
        </p:nvSpPr>
        <p:spPr>
          <a:xfrm>
            <a:off x="838200" y="1390231"/>
            <a:ext cx="10515600" cy="478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b="1" dirty="0">
                <a:latin typeface="Trebuchet MS" panose="020B0603020202020204" pitchFamily="34" charset="0"/>
              </a:rPr>
              <a:t>What Type of Depression?</a:t>
            </a:r>
          </a:p>
          <a:p>
            <a:pPr indent="-457200">
              <a:spcBef>
                <a:spcPts val="0"/>
              </a:spcBef>
              <a:buSzPts val="2800"/>
            </a:pPr>
            <a:r>
              <a:rPr lang="en-US" dirty="0">
                <a:latin typeface="Trebuchet MS" panose="020B0603020202020204" pitchFamily="34" charset="0"/>
              </a:rPr>
              <a:t>Our system predicts PHQ-8 severity, not general emotion.</a:t>
            </a:r>
          </a:p>
          <a:p>
            <a:pPr indent="-457200">
              <a:spcBef>
                <a:spcPts val="0"/>
              </a:spcBef>
              <a:buSzPts val="2800"/>
            </a:pPr>
            <a:r>
              <a:rPr lang="en-US" dirty="0">
                <a:latin typeface="Trebuchet MS" panose="020B0603020202020204" pitchFamily="34" charset="0"/>
              </a:rPr>
              <a:t>Severity levels follow clinical ranges: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en-US" dirty="0">
                <a:latin typeface="Trebuchet MS" panose="020B0603020202020204" pitchFamily="34" charset="0"/>
              </a:rPr>
              <a:t>Minimal (0–4)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en-US" dirty="0">
                <a:latin typeface="Trebuchet MS" panose="020B0603020202020204" pitchFamily="34" charset="0"/>
              </a:rPr>
              <a:t>Mild (5–9)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en-US" dirty="0">
                <a:latin typeface="Trebuchet MS" panose="020B0603020202020204" pitchFamily="34" charset="0"/>
              </a:rPr>
              <a:t>Moderate (10–14)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en-US" dirty="0">
                <a:latin typeface="Trebuchet MS" panose="020B0603020202020204" pitchFamily="34" charset="0"/>
              </a:rPr>
              <a:t>Moderately Severe / Severe (15+)</a:t>
            </a:r>
          </a:p>
          <a:p>
            <a:pPr indent="-457200">
              <a:spcBef>
                <a:spcPts val="0"/>
              </a:spcBef>
              <a:buSzPts val="2800"/>
            </a:pPr>
            <a:r>
              <a:rPr lang="en-US" dirty="0">
                <a:latin typeface="Trebuchet MS" panose="020B0603020202020204" pitchFamily="34" charset="0"/>
              </a:rPr>
              <a:t>This exactly matches the Harvard/MIT AVEC 2016 scoring approach based on DAIC-WOZ.</a:t>
            </a:r>
            <a:endParaRPr dirty="0">
              <a:latin typeface="Trebuchet MS" panose="020B0603020202020204" pitchFamily="34" charset="0"/>
            </a:endParaRPr>
          </a:p>
        </p:txBody>
      </p:sp>
      <p:pic>
        <p:nvPicPr>
          <p:cNvPr id="143" name="Google Shape;143;g2ee5b6d736e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ee5b6d736e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6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2" name="Google Shape;102;p2">
            <a:extLst>
              <a:ext uri="{FF2B5EF4-FFF2-40B4-BE49-F238E27FC236}">
                <a16:creationId xmlns:a16="http://schemas.microsoft.com/office/drawing/2014/main" id="{C95C7E60-7767-1DF4-4859-4F80A9B11DDE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3F5991BE-2FC7-38F0-21ED-EA8BE1EF2F99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EE6DA01D-D2EE-954E-4E52-362C58307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e5b6d736e_0_0">
            <a:extLst>
              <a:ext uri="{FF2B5EF4-FFF2-40B4-BE49-F238E27FC236}">
                <a16:creationId xmlns:a16="http://schemas.microsoft.com/office/drawing/2014/main" id="{1E8F149B-C446-F6C6-F84D-970CC29ACA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chemeClr val="accent5"/>
                </a:solidFill>
                <a:latin typeface="Trebuchet MS" panose="020B0603020202020204" pitchFamily="34" charset="0"/>
              </a:rPr>
              <a:t>Suggestions from Review - 1</a:t>
            </a:r>
            <a:endParaRPr>
              <a:latin typeface="Trebuchet MS" panose="020B0603020202020204" pitchFamily="34" charset="0"/>
            </a:endParaRPr>
          </a:p>
        </p:txBody>
      </p:sp>
      <p:sp>
        <p:nvSpPr>
          <p:cNvPr id="141" name="Google Shape;141;g2ee5b6d736e_0_0">
            <a:extLst>
              <a:ext uri="{FF2B5EF4-FFF2-40B4-BE49-F238E27FC236}">
                <a16:creationId xmlns:a16="http://schemas.microsoft.com/office/drawing/2014/main" id="{36818554-C0DE-80D2-3315-02400A9C872A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89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" name="Google Shape;142;g2ee5b6d736e_0_0">
            <a:extLst>
              <a:ext uri="{FF2B5EF4-FFF2-40B4-BE49-F238E27FC236}">
                <a16:creationId xmlns:a16="http://schemas.microsoft.com/office/drawing/2014/main" id="{0C8B53B1-E7FA-64C5-BBFF-EFC9EADD1C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90231"/>
            <a:ext cx="10515600" cy="4786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b="1" dirty="0">
                <a:latin typeface="Trebuchet MS" panose="020B0603020202020204" pitchFamily="34" charset="0"/>
              </a:rPr>
              <a:t>One-Day or Multi-Day Data?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b="1" dirty="0">
              <a:latin typeface="Trebuchet MS" panose="020B0603020202020204" pitchFamily="34" charset="0"/>
            </a:endParaRPr>
          </a:p>
          <a:p>
            <a:pPr indent="-457200">
              <a:spcBef>
                <a:spcPts val="0"/>
              </a:spcBef>
              <a:buSzPts val="2800"/>
            </a:pPr>
            <a:r>
              <a:rPr lang="en-US" b="1" dirty="0">
                <a:latin typeface="Trebuchet MS" panose="020B0603020202020204" pitchFamily="34" charset="0"/>
              </a:rPr>
              <a:t>Phase-1: </a:t>
            </a:r>
            <a:r>
              <a:rPr lang="en-US" dirty="0">
                <a:latin typeface="Trebuchet MS" panose="020B0603020202020204" pitchFamily="34" charset="0"/>
              </a:rPr>
              <a:t>Single-Day Recording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en-US" dirty="0">
                <a:latin typeface="Trebuchet MS" panose="020B0603020202020204" pitchFamily="34" charset="0"/>
              </a:rPr>
              <a:t>One session (2–3 minutes) per subject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en-US" dirty="0">
                <a:latin typeface="Trebuchet MS" panose="020B0603020202020204" pitchFamily="34" charset="0"/>
              </a:rPr>
              <a:t>Fully aligned with DAIC-WOZ collection protocol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en-US" dirty="0">
                <a:latin typeface="Trebuchet MS" panose="020B0603020202020204" pitchFamily="34" charset="0"/>
              </a:rPr>
              <a:t>Harvard's model uses only one interview per participant</a:t>
            </a:r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dirty="0">
              <a:latin typeface="Trebuchet MS" panose="020B0603020202020204" pitchFamily="34" charset="0"/>
            </a:endParaRPr>
          </a:p>
          <a:p>
            <a:pPr indent="-457200">
              <a:spcBef>
                <a:spcPts val="0"/>
              </a:spcBef>
              <a:buSzPts val="2800"/>
            </a:pPr>
            <a:r>
              <a:rPr lang="en-US" b="1" dirty="0">
                <a:latin typeface="Trebuchet MS" panose="020B0603020202020204" pitchFamily="34" charset="0"/>
              </a:rPr>
              <a:t>Phase-2: </a:t>
            </a:r>
            <a:r>
              <a:rPr lang="en-US" dirty="0">
                <a:latin typeface="Trebuchet MS" panose="020B0603020202020204" pitchFamily="34" charset="0"/>
              </a:rPr>
              <a:t>Multi-Day Follow-ups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en-US" dirty="0">
                <a:latin typeface="Trebuchet MS" panose="020B0603020202020204" pitchFamily="34" charset="0"/>
              </a:rPr>
              <a:t>Useful for tracking depression progression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en-US" dirty="0">
                <a:latin typeface="Trebuchet MS" panose="020B0603020202020204" pitchFamily="34" charset="0"/>
              </a:rPr>
              <a:t>Planned as a future enhancement</a:t>
            </a:r>
            <a:endParaRPr dirty="0">
              <a:latin typeface="Trebuchet MS" panose="020B0603020202020204" pitchFamily="34" charset="0"/>
            </a:endParaRPr>
          </a:p>
        </p:txBody>
      </p:sp>
      <p:pic>
        <p:nvPicPr>
          <p:cNvPr id="143" name="Google Shape;143;g2ee5b6d736e_0_0">
            <a:extLst>
              <a:ext uri="{FF2B5EF4-FFF2-40B4-BE49-F238E27FC236}">
                <a16:creationId xmlns:a16="http://schemas.microsoft.com/office/drawing/2014/main" id="{6FFE48E1-B68D-FDB1-B05E-62D689234A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2869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ee5b6d736e_0_0">
            <a:extLst>
              <a:ext uri="{FF2B5EF4-FFF2-40B4-BE49-F238E27FC236}">
                <a16:creationId xmlns:a16="http://schemas.microsoft.com/office/drawing/2014/main" id="{0F480201-CD49-9CA4-F7EC-7ACF427C39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7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2" name="Google Shape;102;p2">
            <a:extLst>
              <a:ext uri="{FF2B5EF4-FFF2-40B4-BE49-F238E27FC236}">
                <a16:creationId xmlns:a16="http://schemas.microsoft.com/office/drawing/2014/main" id="{9B4A0F8D-9BAE-23FE-9B84-7F9895CB4AEF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F601DF01-5EB3-166D-A255-14D4871BD800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731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F7E202D4-71D4-1671-E364-6156248BC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e5b6d736e_0_0">
            <a:extLst>
              <a:ext uri="{FF2B5EF4-FFF2-40B4-BE49-F238E27FC236}">
                <a16:creationId xmlns:a16="http://schemas.microsoft.com/office/drawing/2014/main" id="{24FF98EB-AE20-2AF2-63FD-55537AF7F5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chemeClr val="accent5"/>
                </a:solidFill>
                <a:latin typeface="Trebuchet MS" panose="020B0603020202020204" pitchFamily="34" charset="0"/>
              </a:rPr>
              <a:t>Suggestions from Review - 1</a:t>
            </a:r>
            <a:endParaRPr>
              <a:latin typeface="Trebuchet MS" panose="020B0603020202020204" pitchFamily="34" charset="0"/>
            </a:endParaRPr>
          </a:p>
        </p:txBody>
      </p:sp>
      <p:sp>
        <p:nvSpPr>
          <p:cNvPr id="141" name="Google Shape;141;g2ee5b6d736e_0_0">
            <a:extLst>
              <a:ext uri="{FF2B5EF4-FFF2-40B4-BE49-F238E27FC236}">
                <a16:creationId xmlns:a16="http://schemas.microsoft.com/office/drawing/2014/main" id="{E2A7644A-9840-AC84-474A-5A4FA49030DD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89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" name="Google Shape;142;g2ee5b6d736e_0_0">
            <a:extLst>
              <a:ext uri="{FF2B5EF4-FFF2-40B4-BE49-F238E27FC236}">
                <a16:creationId xmlns:a16="http://schemas.microsoft.com/office/drawing/2014/main" id="{53C6D59D-C739-62FE-A1AD-902C49364C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90232"/>
            <a:ext cx="10515600" cy="478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IN" b="1" dirty="0">
                <a:latin typeface="Trebuchet MS" panose="020B0603020202020204" pitchFamily="34" charset="0"/>
              </a:rPr>
              <a:t>How Will Doctors Use It?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IN" b="1" dirty="0">
              <a:latin typeface="Trebuchet MS" panose="020B0603020202020204" pitchFamily="34" charset="0"/>
            </a:endParaRPr>
          </a:p>
          <a:p>
            <a:pPr indent="-457200">
              <a:spcBef>
                <a:spcPts val="0"/>
              </a:spcBef>
              <a:buSzPts val="2800"/>
            </a:pPr>
            <a:r>
              <a:rPr lang="en-IN" dirty="0">
                <a:latin typeface="Trebuchet MS" panose="020B0603020202020204" pitchFamily="34" charset="0"/>
              </a:rPr>
              <a:t>Output = PHQ-8 severity + probability score</a:t>
            </a:r>
          </a:p>
          <a:p>
            <a:pPr indent="-457200">
              <a:spcBef>
                <a:spcPts val="0"/>
              </a:spcBef>
              <a:buSzPts val="2800"/>
            </a:pPr>
            <a:r>
              <a:rPr lang="en-IN" dirty="0">
                <a:latin typeface="Trebuchet MS" panose="020B0603020202020204" pitchFamily="34" charset="0"/>
              </a:rPr>
              <a:t>Clinical usage: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en-IN" dirty="0">
                <a:latin typeface="Trebuchet MS" panose="020B0603020202020204" pitchFamily="34" charset="0"/>
              </a:rPr>
              <a:t>Preliminary screening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en-IN" dirty="0">
                <a:latin typeface="Trebuchet MS" panose="020B0603020202020204" pitchFamily="34" charset="0"/>
              </a:rPr>
              <a:t>Monitoring patient improvement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en-IN" dirty="0">
                <a:latin typeface="Trebuchet MS" panose="020B0603020202020204" pitchFamily="34" charset="0"/>
              </a:rPr>
              <a:t>Remote telemedicine checks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en-IN" dirty="0">
                <a:latin typeface="Trebuchet MS" panose="020B0603020202020204" pitchFamily="34" charset="0"/>
              </a:rPr>
              <a:t>AI assists clinicians; it does not replace clinical diagnosis.</a:t>
            </a:r>
          </a:p>
          <a:p>
            <a:pPr indent="-457200">
              <a:spcBef>
                <a:spcPts val="0"/>
              </a:spcBef>
              <a:buSzPts val="2800"/>
            </a:pPr>
            <a:r>
              <a:rPr lang="en-IN" dirty="0">
                <a:latin typeface="Trebuchet MS" panose="020B0603020202020204" pitchFamily="34" charset="0"/>
              </a:rPr>
              <a:t>Exactly follows the ethical model used in Harvard AVEC 2016 challenge.</a:t>
            </a:r>
            <a:endParaRPr dirty="0">
              <a:latin typeface="Trebuchet MS" panose="020B0603020202020204" pitchFamily="34" charset="0"/>
            </a:endParaRPr>
          </a:p>
        </p:txBody>
      </p:sp>
      <p:pic>
        <p:nvPicPr>
          <p:cNvPr id="143" name="Google Shape;143;g2ee5b6d736e_0_0">
            <a:extLst>
              <a:ext uri="{FF2B5EF4-FFF2-40B4-BE49-F238E27FC236}">
                <a16:creationId xmlns:a16="http://schemas.microsoft.com/office/drawing/2014/main" id="{C5CE2E5F-C6AB-1A60-FC1D-0DA460C550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2869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ee5b6d736e_0_0">
            <a:extLst>
              <a:ext uri="{FF2B5EF4-FFF2-40B4-BE49-F238E27FC236}">
                <a16:creationId xmlns:a16="http://schemas.microsoft.com/office/drawing/2014/main" id="{853B6AF5-4FBD-5507-C2EB-CAA5F5259A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8</a:t>
            </a:fld>
            <a:endParaRPr dirty="0">
              <a:latin typeface="Trebuchet MS" panose="020B0603020202020204" pitchFamily="34" charset="0"/>
            </a:endParaRPr>
          </a:p>
        </p:txBody>
      </p:sp>
      <p:sp>
        <p:nvSpPr>
          <p:cNvPr id="2" name="Google Shape;102;p2">
            <a:extLst>
              <a:ext uri="{FF2B5EF4-FFF2-40B4-BE49-F238E27FC236}">
                <a16:creationId xmlns:a16="http://schemas.microsoft.com/office/drawing/2014/main" id="{91E8B0D7-B63E-9E9C-E04B-E2EB3E8858FA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5FEBDC7E-E60A-E7BD-2F0C-9AE302D7085F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470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50FDABCD-E04D-0717-5249-BF6F36BB1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e5b6d736e_0_0">
            <a:extLst>
              <a:ext uri="{FF2B5EF4-FFF2-40B4-BE49-F238E27FC236}">
                <a16:creationId xmlns:a16="http://schemas.microsoft.com/office/drawing/2014/main" id="{F73CEB98-6E81-57CF-C92B-AAFD17AAE9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5"/>
              </a:buClr>
              <a:buSzPts val="4000"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Feasibility</a:t>
            </a:r>
            <a:endParaRPr lang="en-US" dirty="0">
              <a:latin typeface="Trebuchet MS" panose="020B0603020202020204" pitchFamily="34" charset="0"/>
            </a:endParaRPr>
          </a:p>
        </p:txBody>
      </p:sp>
      <p:sp>
        <p:nvSpPr>
          <p:cNvPr id="141" name="Google Shape;141;g2ee5b6d736e_0_0">
            <a:extLst>
              <a:ext uri="{FF2B5EF4-FFF2-40B4-BE49-F238E27FC236}">
                <a16:creationId xmlns:a16="http://schemas.microsoft.com/office/drawing/2014/main" id="{2194C431-1A50-180F-B590-27B76CB60062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89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" name="Google Shape;142;g2ee5b6d736e_0_0">
            <a:extLst>
              <a:ext uri="{FF2B5EF4-FFF2-40B4-BE49-F238E27FC236}">
                <a16:creationId xmlns:a16="http://schemas.microsoft.com/office/drawing/2014/main" id="{CA3AD1A2-3827-8269-B055-DE51647D21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90231"/>
            <a:ext cx="10515600" cy="478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IN" b="1" dirty="0">
                <a:latin typeface="Trebuchet MS" panose="020B0603020202020204" pitchFamily="34" charset="0"/>
              </a:rPr>
              <a:t>Technical:</a:t>
            </a:r>
          </a:p>
          <a:p>
            <a:pPr indent="-457200">
              <a:spcBef>
                <a:spcPts val="0"/>
              </a:spcBef>
              <a:buSzPts val="2800"/>
            </a:pPr>
            <a:r>
              <a:rPr lang="en-IN" dirty="0">
                <a:latin typeface="Trebuchet MS" panose="020B0603020202020204" pitchFamily="34" charset="0"/>
              </a:rPr>
              <a:t>Laptop + Python tools enough</a:t>
            </a:r>
          </a:p>
          <a:p>
            <a:pPr indent="-457200">
              <a:spcBef>
                <a:spcPts val="0"/>
              </a:spcBef>
              <a:buSzPts val="2800"/>
            </a:pPr>
            <a:r>
              <a:rPr lang="en-IN" dirty="0" err="1">
                <a:latin typeface="Trebuchet MS" panose="020B0603020202020204" pitchFamily="34" charset="0"/>
              </a:rPr>
              <a:t>OpenSMILE</a:t>
            </a:r>
            <a:r>
              <a:rPr lang="en-IN" dirty="0">
                <a:latin typeface="Trebuchet MS" panose="020B0603020202020204" pitchFamily="34" charset="0"/>
              </a:rPr>
              <a:t> &amp; COVAREP are free</a:t>
            </a:r>
          </a:p>
          <a:p>
            <a:pPr indent="-457200">
              <a:spcBef>
                <a:spcPts val="0"/>
              </a:spcBef>
              <a:buSzPts val="2800"/>
            </a:pPr>
            <a:r>
              <a:rPr lang="en-IN" dirty="0">
                <a:latin typeface="Trebuchet MS" panose="020B0603020202020204" pitchFamily="34" charset="0"/>
              </a:rPr>
              <a:t>DAIC-WOZ dataset approved</a:t>
            </a:r>
          </a:p>
          <a:p>
            <a:pPr indent="-457200">
              <a:spcBef>
                <a:spcPts val="0"/>
              </a:spcBef>
              <a:buSzPts val="2800"/>
            </a:pPr>
            <a:endParaRPr lang="en-IN" dirty="0">
              <a:latin typeface="Trebuchet MS" panose="020B0603020202020204" pitchFamily="34" charset="0"/>
            </a:endParaRPr>
          </a:p>
          <a:p>
            <a:pPr marL="0" indent="0">
              <a:spcBef>
                <a:spcPts val="0"/>
              </a:spcBef>
              <a:buSzPts val="2800"/>
              <a:buNone/>
            </a:pPr>
            <a:r>
              <a:rPr lang="en-IN" b="1" dirty="0">
                <a:latin typeface="Trebuchet MS" panose="020B0603020202020204" pitchFamily="34" charset="0"/>
              </a:rPr>
              <a:t>Operational:</a:t>
            </a:r>
          </a:p>
          <a:p>
            <a:pPr indent="-457200">
              <a:spcBef>
                <a:spcPts val="0"/>
              </a:spcBef>
              <a:buSzPts val="2800"/>
            </a:pPr>
            <a:r>
              <a:rPr lang="en-IN" dirty="0">
                <a:latin typeface="Trebuchet MS" panose="020B0603020202020204" pitchFamily="34" charset="0"/>
              </a:rPr>
              <a:t>Recording short voice samples is easy</a:t>
            </a:r>
          </a:p>
          <a:p>
            <a:pPr indent="-457200">
              <a:spcBef>
                <a:spcPts val="0"/>
              </a:spcBef>
              <a:buSzPts val="2800"/>
            </a:pPr>
            <a:r>
              <a:rPr lang="en-IN" dirty="0">
                <a:latin typeface="Trebuchet MS" panose="020B0603020202020204" pitchFamily="34" charset="0"/>
              </a:rPr>
              <a:t>One-day data collection suits college constraints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IN" dirty="0">
              <a:latin typeface="Trebuchet MS" panose="020B0603020202020204" pitchFamily="34" charset="0"/>
            </a:endParaRPr>
          </a:p>
          <a:p>
            <a:pPr marL="0" indent="0">
              <a:spcBef>
                <a:spcPts val="0"/>
              </a:spcBef>
              <a:buSzPts val="2800"/>
              <a:buNone/>
            </a:pPr>
            <a:r>
              <a:rPr lang="en-IN" b="1" dirty="0">
                <a:latin typeface="Trebuchet MS" panose="020B0603020202020204" pitchFamily="34" charset="0"/>
              </a:rPr>
              <a:t>Ethical:</a:t>
            </a:r>
          </a:p>
          <a:p>
            <a:pPr indent="-457200">
              <a:spcBef>
                <a:spcPts val="0"/>
              </a:spcBef>
              <a:buSzPts val="2800"/>
            </a:pPr>
            <a:r>
              <a:rPr lang="en-IN" dirty="0">
                <a:latin typeface="Trebuchet MS" panose="020B0603020202020204" pitchFamily="34" charset="0"/>
              </a:rPr>
              <a:t>Consent forms</a:t>
            </a:r>
          </a:p>
          <a:p>
            <a:pPr indent="-457200">
              <a:spcBef>
                <a:spcPts val="0"/>
              </a:spcBef>
              <a:buSzPts val="2800"/>
            </a:pPr>
            <a:r>
              <a:rPr lang="en-IN" dirty="0">
                <a:latin typeface="Trebuchet MS" panose="020B0603020202020204" pitchFamily="34" charset="0"/>
              </a:rPr>
              <a:t>Data anonymization</a:t>
            </a:r>
          </a:p>
          <a:p>
            <a:pPr indent="-457200">
              <a:spcBef>
                <a:spcPts val="0"/>
              </a:spcBef>
              <a:buSzPts val="2800"/>
            </a:pPr>
            <a:r>
              <a:rPr lang="en-IN" dirty="0">
                <a:latin typeface="Trebuchet MS" panose="020B0603020202020204" pitchFamily="34" charset="0"/>
              </a:rPr>
              <a:t>Psychologically safe protocol</a:t>
            </a:r>
            <a:endParaRPr dirty="0">
              <a:latin typeface="Trebuchet MS" panose="020B0603020202020204" pitchFamily="34" charset="0"/>
            </a:endParaRPr>
          </a:p>
        </p:txBody>
      </p:sp>
      <p:pic>
        <p:nvPicPr>
          <p:cNvPr id="143" name="Google Shape;143;g2ee5b6d736e_0_0">
            <a:extLst>
              <a:ext uri="{FF2B5EF4-FFF2-40B4-BE49-F238E27FC236}">
                <a16:creationId xmlns:a16="http://schemas.microsoft.com/office/drawing/2014/main" id="{8E4F9806-2224-0C2D-ECF6-92F1E2CFA0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ee5b6d736e_0_0">
            <a:extLst>
              <a:ext uri="{FF2B5EF4-FFF2-40B4-BE49-F238E27FC236}">
                <a16:creationId xmlns:a16="http://schemas.microsoft.com/office/drawing/2014/main" id="{065C8ED0-AE76-E683-6D90-100BE34D99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9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226F52BA-4821-2FC4-487A-2A4AC8F7BCDD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A802ECB9-6E46-3465-529B-08CF1C990F12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261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07131C2A-AA9C-18E0-31D3-282A642A4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e5b6d736e_0_0">
            <a:extLst>
              <a:ext uri="{FF2B5EF4-FFF2-40B4-BE49-F238E27FC236}">
                <a16:creationId xmlns:a16="http://schemas.microsoft.com/office/drawing/2014/main" id="{FC7EA76E-BA27-31AE-CEA9-56C1121BD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Dataset Overview and Exploration</a:t>
            </a:r>
            <a:endParaRPr lang="en-US" dirty="0">
              <a:latin typeface="Trebuchet MS" panose="020B0603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46AE7E-1502-B30B-5F32-1A0ACCF77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0230"/>
            <a:ext cx="10515600" cy="5102645"/>
          </a:xfrm>
        </p:spPr>
        <p:txBody>
          <a:bodyPr>
            <a:normAutofit lnSpcReduction="10000"/>
          </a:bodyPr>
          <a:lstStyle/>
          <a:p>
            <a:pPr marL="342893" lvl="0" indent="0" algn="just">
              <a:buSzPts val="2400"/>
              <a:buNone/>
            </a:pPr>
            <a:r>
              <a:rPr lang="en-US" sz="2400" b="1" dirty="0">
                <a:solidFill>
                  <a:schemeClr val="tx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DAIC-WOZ (Distress Analysis Interview Corpus – Wizard-of-Oz)</a:t>
            </a:r>
          </a:p>
          <a:p>
            <a:pPr marL="685793" lvl="0" algn="just"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Developed for assessing depression, PTSD, anxiety</a:t>
            </a:r>
          </a:p>
          <a:p>
            <a:pPr marL="685793" lvl="0" algn="just"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Interview conducted by “Ellie”, a virtual agent controlled by a human</a:t>
            </a:r>
          </a:p>
          <a:p>
            <a:pPr marL="685793" lvl="0" algn="just"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Part of the AVEC 2016 Depression Challenge</a:t>
            </a:r>
          </a:p>
          <a:p>
            <a:pPr marL="685793" lvl="0" algn="just"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Industry-standard dataset for voice-based mental health research</a:t>
            </a:r>
          </a:p>
          <a:p>
            <a:pPr marL="685793" lvl="0" algn="just"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Number of Interviews: </a:t>
            </a:r>
          </a:p>
          <a:p>
            <a:pPr marL="1142993" lvl="1" algn="just">
              <a:buSzPts val="2400"/>
              <a:buFont typeface="Arial" panose="020B0604020202020204" pitchFamily="34" charset="0"/>
              <a:buChar char="•"/>
            </a:pPr>
            <a:r>
              <a:rPr lang="en-US" dirty="0"/>
              <a:t>Total session folders: 189</a:t>
            </a:r>
          </a:p>
          <a:p>
            <a:pPr marL="1142993" lvl="1" algn="just">
              <a:buSzPts val="2400"/>
              <a:buFont typeface="Arial" panose="020B0604020202020204" pitchFamily="34" charset="0"/>
              <a:buChar char="•"/>
            </a:pPr>
            <a:r>
              <a:rPr lang="en-US" dirty="0"/>
              <a:t>Valid interview IDs: 300 – 492</a:t>
            </a:r>
          </a:p>
          <a:p>
            <a:pPr marL="1142993" lvl="1" algn="just">
              <a:buSzPts val="2400"/>
              <a:buFont typeface="Arial" panose="020B0604020202020204" pitchFamily="34" charset="0"/>
              <a:buChar char="•"/>
            </a:pPr>
            <a:r>
              <a:rPr lang="en-US" dirty="0"/>
              <a:t>Excluded sessions: 342, 394, 398, 460</a:t>
            </a:r>
          </a:p>
          <a:p>
            <a:pPr marL="1142993" lvl="1" algn="just">
              <a:buSzPts val="2400"/>
              <a:buFont typeface="Arial" panose="020B0604020202020204" pitchFamily="34" charset="0"/>
              <a:buChar char="•"/>
            </a:pPr>
            <a:r>
              <a:rPr lang="en-US" dirty="0"/>
              <a:t>Effective interviews available: 185 usable sessions</a:t>
            </a:r>
          </a:p>
          <a:p>
            <a:pPr marL="1142993" lvl="1" algn="just">
              <a:buSzPts val="2400"/>
              <a:buFont typeface="Arial" panose="020B0604020202020204" pitchFamily="34" charset="0"/>
              <a:buChar char="•"/>
            </a:pPr>
            <a:r>
              <a:rPr lang="en-US" dirty="0"/>
              <a:t>This makes DAIC-WOZ one of the most complete clinical depression datasets.</a:t>
            </a:r>
            <a:endParaRPr lang="en-IN" dirty="0"/>
          </a:p>
        </p:txBody>
      </p:sp>
      <p:sp>
        <p:nvSpPr>
          <p:cNvPr id="145" name="Google Shape;145;g2ee5b6d736e_0_0">
            <a:extLst>
              <a:ext uri="{FF2B5EF4-FFF2-40B4-BE49-F238E27FC236}">
                <a16:creationId xmlns:a16="http://schemas.microsoft.com/office/drawing/2014/main" id="{4F2AE799-E7CA-3BFE-1DF0-F19CE45C2F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10</a:t>
            </a:fld>
            <a:endParaRPr>
              <a:latin typeface="Trebuchet MS" panose="020B0603020202020204" pitchFamily="34" charset="0"/>
            </a:endParaRPr>
          </a:p>
        </p:txBody>
      </p:sp>
      <p:pic>
        <p:nvPicPr>
          <p:cNvPr id="143" name="Google Shape;143;g2ee5b6d736e_0_0">
            <a:extLst>
              <a:ext uri="{FF2B5EF4-FFF2-40B4-BE49-F238E27FC236}">
                <a16:creationId xmlns:a16="http://schemas.microsoft.com/office/drawing/2014/main" id="{82AC65CF-7D98-1863-2C43-5B779A6A0E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2;p2">
            <a:extLst>
              <a:ext uri="{FF2B5EF4-FFF2-40B4-BE49-F238E27FC236}">
                <a16:creationId xmlns:a16="http://schemas.microsoft.com/office/drawing/2014/main" id="{97F65059-2DB1-EC96-9CEE-8E91C608542B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7" name="Google Shape;96;p3">
            <a:extLst>
              <a:ext uri="{FF2B5EF4-FFF2-40B4-BE49-F238E27FC236}">
                <a16:creationId xmlns:a16="http://schemas.microsoft.com/office/drawing/2014/main" id="{19559DE6-DB7A-3D4F-959B-33413D728FF8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167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F8C1639B-15C8-4D9E-EBA7-5C59CC0B0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e5b6d736e_0_0">
            <a:extLst>
              <a:ext uri="{FF2B5EF4-FFF2-40B4-BE49-F238E27FC236}">
                <a16:creationId xmlns:a16="http://schemas.microsoft.com/office/drawing/2014/main" id="{DC5D63FC-6D3D-915C-A3C1-1837967769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Dataset Overview and Exploration</a:t>
            </a:r>
            <a:endParaRPr lang="en-US" dirty="0">
              <a:latin typeface="Trebuchet MS" panose="020B0603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CE7AFF-2918-5724-691F-3A5B08E0E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0231"/>
            <a:ext cx="10515600" cy="4786732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IN" b="1" dirty="0"/>
              <a:t>Dataset Composition &amp; Folder Structure</a:t>
            </a:r>
          </a:p>
          <a:p>
            <a:r>
              <a:rPr lang="en-IN" dirty="0"/>
              <a:t>Each Interview Folder Contains:</a:t>
            </a:r>
          </a:p>
          <a:p>
            <a:pPr marL="571500" lvl="1" indent="0">
              <a:buNone/>
            </a:pPr>
            <a:r>
              <a:rPr lang="en-IN" dirty="0"/>
              <a:t>1. Audio</a:t>
            </a:r>
          </a:p>
          <a:p>
            <a:pPr lvl="2"/>
            <a:r>
              <a:rPr lang="en-IN" dirty="0"/>
              <a:t>XXX_AUDIO.wav</a:t>
            </a:r>
          </a:p>
          <a:p>
            <a:pPr lvl="2"/>
            <a:r>
              <a:rPr lang="en-IN" dirty="0"/>
              <a:t>16 kHz, mono, clinically recorded</a:t>
            </a:r>
          </a:p>
          <a:p>
            <a:pPr lvl="2"/>
            <a:r>
              <a:rPr lang="en-IN" dirty="0"/>
              <a:t>Scrubbed sensitive words</a:t>
            </a:r>
          </a:p>
          <a:p>
            <a:pPr marL="571500" lvl="1" indent="0">
              <a:buNone/>
            </a:pPr>
            <a:r>
              <a:rPr lang="en-IN" dirty="0"/>
              <a:t>2. Transcripts</a:t>
            </a:r>
          </a:p>
          <a:p>
            <a:pPr lvl="2"/>
            <a:r>
              <a:rPr lang="en-IN" dirty="0"/>
              <a:t>XXX_TRANSCRIPT.csv</a:t>
            </a:r>
          </a:p>
          <a:p>
            <a:pPr lvl="2"/>
            <a:r>
              <a:rPr lang="en-IN" dirty="0"/>
              <a:t>Word timestamps, overlaps, cut-off word markers, “xxx” for unreadable</a:t>
            </a:r>
          </a:p>
          <a:p>
            <a:pPr marL="571500" lvl="1" indent="0">
              <a:buNone/>
            </a:pPr>
            <a:r>
              <a:rPr lang="en-IN" dirty="0"/>
              <a:t>3. COVAREP Audio Features</a:t>
            </a:r>
          </a:p>
          <a:p>
            <a:pPr lvl="2"/>
            <a:r>
              <a:rPr lang="en-IN" dirty="0"/>
              <a:t>XXX_COVAREP.csv</a:t>
            </a:r>
          </a:p>
          <a:p>
            <a:pPr lvl="2"/>
            <a:r>
              <a:rPr lang="en-IN" dirty="0"/>
              <a:t>F0, NAQ, QOQ, H1-H2, HMPDM, MCEP-24, VUV flags</a:t>
            </a:r>
          </a:p>
          <a:p>
            <a:pPr lvl="2"/>
            <a:r>
              <a:rPr lang="en-IN" dirty="0"/>
              <a:t>Extracted every 10 </a:t>
            </a:r>
            <a:r>
              <a:rPr lang="en-IN" dirty="0" err="1"/>
              <a:t>ms</a:t>
            </a:r>
            <a:endParaRPr lang="en-IN" dirty="0"/>
          </a:p>
        </p:txBody>
      </p:sp>
      <p:sp>
        <p:nvSpPr>
          <p:cNvPr id="145" name="Google Shape;145;g2ee5b6d736e_0_0">
            <a:extLst>
              <a:ext uri="{FF2B5EF4-FFF2-40B4-BE49-F238E27FC236}">
                <a16:creationId xmlns:a16="http://schemas.microsoft.com/office/drawing/2014/main" id="{415712FB-766E-437D-71DD-6ADF2D91E9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11</a:t>
            </a:fld>
            <a:endParaRPr>
              <a:latin typeface="Trebuchet MS" panose="020B0603020202020204" pitchFamily="34" charset="0"/>
            </a:endParaRPr>
          </a:p>
        </p:txBody>
      </p:sp>
      <p:pic>
        <p:nvPicPr>
          <p:cNvPr id="143" name="Google Shape;143;g2ee5b6d736e_0_0">
            <a:extLst>
              <a:ext uri="{FF2B5EF4-FFF2-40B4-BE49-F238E27FC236}">
                <a16:creationId xmlns:a16="http://schemas.microsoft.com/office/drawing/2014/main" id="{6958B11F-8266-A7B4-9DE3-C5A8B0DFC3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2;p2">
            <a:extLst>
              <a:ext uri="{FF2B5EF4-FFF2-40B4-BE49-F238E27FC236}">
                <a16:creationId xmlns:a16="http://schemas.microsoft.com/office/drawing/2014/main" id="{3A1C46E2-CA26-8D8A-98D9-0E119067651A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7" name="Google Shape;96;p3">
            <a:extLst>
              <a:ext uri="{FF2B5EF4-FFF2-40B4-BE49-F238E27FC236}">
                <a16:creationId xmlns:a16="http://schemas.microsoft.com/office/drawing/2014/main" id="{9AAD5E1D-432C-7B43-1379-B1525B361EEE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132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84EA220F-7EF5-5F20-4852-0384D5904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e5b6d736e_0_0">
            <a:extLst>
              <a:ext uri="{FF2B5EF4-FFF2-40B4-BE49-F238E27FC236}">
                <a16:creationId xmlns:a16="http://schemas.microsoft.com/office/drawing/2014/main" id="{6CE8E9B7-A76D-FE19-F0CE-AC6B608B60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Dataset Overview and Exploration</a:t>
            </a:r>
            <a:endParaRPr lang="en-US" dirty="0">
              <a:latin typeface="Trebuchet MS" panose="020B0603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A30723-AFCD-3B8A-FF6C-622DADFA4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0231"/>
            <a:ext cx="10515600" cy="4786732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IN" b="1" dirty="0"/>
              <a:t>Dataset Composition &amp; Folder Structure</a:t>
            </a:r>
          </a:p>
          <a:p>
            <a:r>
              <a:rPr lang="en-IN" dirty="0"/>
              <a:t>Each Interview Folder Contains:</a:t>
            </a:r>
          </a:p>
          <a:p>
            <a:pPr marL="571500" lvl="1" indent="0">
              <a:buNone/>
            </a:pPr>
            <a:r>
              <a:rPr lang="en-IN" dirty="0"/>
              <a:t>4. FORMANT Features</a:t>
            </a:r>
          </a:p>
          <a:p>
            <a:pPr lvl="2"/>
            <a:r>
              <a:rPr lang="en-IN" dirty="0"/>
              <a:t>XXX_FORMANT.csv</a:t>
            </a:r>
          </a:p>
          <a:p>
            <a:pPr lvl="2"/>
            <a:r>
              <a:rPr lang="en-IN" dirty="0"/>
              <a:t>First 5 formants of speech</a:t>
            </a:r>
          </a:p>
          <a:p>
            <a:pPr marL="571500" lvl="1" indent="0">
              <a:buNone/>
            </a:pPr>
            <a:r>
              <a:rPr lang="en-IN" dirty="0"/>
              <a:t>5. </a:t>
            </a:r>
            <a:r>
              <a:rPr lang="en-IN" dirty="0" err="1"/>
              <a:t>OpenFace</a:t>
            </a:r>
            <a:r>
              <a:rPr lang="en-IN" dirty="0"/>
              <a:t> Features</a:t>
            </a:r>
          </a:p>
          <a:p>
            <a:pPr lvl="2"/>
            <a:r>
              <a:rPr lang="en-IN" dirty="0"/>
              <a:t>2D/3D landmarks</a:t>
            </a:r>
          </a:p>
          <a:p>
            <a:pPr lvl="2"/>
            <a:r>
              <a:rPr lang="en-IN" dirty="0"/>
              <a:t>Action Units</a:t>
            </a:r>
          </a:p>
          <a:p>
            <a:pPr lvl="2"/>
            <a:r>
              <a:rPr lang="en-IN" dirty="0"/>
              <a:t>Pose + gaze vectors</a:t>
            </a:r>
          </a:p>
          <a:p>
            <a:pPr marL="571500" lvl="1" indent="0">
              <a:buNone/>
            </a:pPr>
            <a:r>
              <a:rPr lang="en-IN" dirty="0"/>
              <a:t>6. PHQ-8 Labels</a:t>
            </a:r>
          </a:p>
          <a:p>
            <a:pPr lvl="2"/>
            <a:r>
              <a:rPr lang="en-IN" dirty="0"/>
              <a:t>Provided in split files</a:t>
            </a:r>
          </a:p>
          <a:p>
            <a:pPr lvl="2"/>
            <a:r>
              <a:rPr lang="en-IN" dirty="0"/>
              <a:t>Severity classification used in research</a:t>
            </a:r>
          </a:p>
          <a:p>
            <a:pPr lvl="2"/>
            <a:r>
              <a:rPr lang="en-IN" dirty="0"/>
              <a:t>This proves multi-modal depth even though Phase-1 uses audio only.</a:t>
            </a:r>
          </a:p>
        </p:txBody>
      </p:sp>
      <p:sp>
        <p:nvSpPr>
          <p:cNvPr id="145" name="Google Shape;145;g2ee5b6d736e_0_0">
            <a:extLst>
              <a:ext uri="{FF2B5EF4-FFF2-40B4-BE49-F238E27FC236}">
                <a16:creationId xmlns:a16="http://schemas.microsoft.com/office/drawing/2014/main" id="{A26D3C2C-85C4-7507-DFE7-192B563C18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12</a:t>
            </a:fld>
            <a:endParaRPr>
              <a:latin typeface="Trebuchet MS" panose="020B0603020202020204" pitchFamily="34" charset="0"/>
            </a:endParaRPr>
          </a:p>
        </p:txBody>
      </p:sp>
      <p:pic>
        <p:nvPicPr>
          <p:cNvPr id="143" name="Google Shape;143;g2ee5b6d736e_0_0">
            <a:extLst>
              <a:ext uri="{FF2B5EF4-FFF2-40B4-BE49-F238E27FC236}">
                <a16:creationId xmlns:a16="http://schemas.microsoft.com/office/drawing/2014/main" id="{C53D5F77-93D3-04E2-9610-A62AC4A9C6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2;p2">
            <a:extLst>
              <a:ext uri="{FF2B5EF4-FFF2-40B4-BE49-F238E27FC236}">
                <a16:creationId xmlns:a16="http://schemas.microsoft.com/office/drawing/2014/main" id="{3197D314-D12B-DFCA-0B37-2AB472B20171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7" name="Google Shape;96;p3">
            <a:extLst>
              <a:ext uri="{FF2B5EF4-FFF2-40B4-BE49-F238E27FC236}">
                <a16:creationId xmlns:a16="http://schemas.microsoft.com/office/drawing/2014/main" id="{51AAFD32-DB63-F124-7647-CA10BF59B817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836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1FCBFD58-2056-E1B3-0777-D07711184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e5b6d736e_0_0">
            <a:extLst>
              <a:ext uri="{FF2B5EF4-FFF2-40B4-BE49-F238E27FC236}">
                <a16:creationId xmlns:a16="http://schemas.microsoft.com/office/drawing/2014/main" id="{431E615D-A400-E7A8-6E67-72C62EAB75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Dataset Overview and Exploration</a:t>
            </a:r>
            <a:endParaRPr lang="en-US" dirty="0">
              <a:latin typeface="Trebuchet MS" panose="020B0603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7441AA-5D33-1EE9-C2F1-480866E97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0230"/>
            <a:ext cx="10515600" cy="5058919"/>
          </a:xfrm>
        </p:spPr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en-IN" b="1" dirty="0"/>
              <a:t>How Much Data? (Numbers &amp; Details)</a:t>
            </a:r>
          </a:p>
          <a:p>
            <a:r>
              <a:rPr lang="en-IN" dirty="0"/>
              <a:t>Audio Length:</a:t>
            </a:r>
          </a:p>
          <a:p>
            <a:pPr lvl="1"/>
            <a:r>
              <a:rPr lang="en-IN" dirty="0"/>
              <a:t>Average interview duration: 6–20 minutes</a:t>
            </a:r>
          </a:p>
          <a:p>
            <a:pPr lvl="1"/>
            <a:r>
              <a:rPr lang="en-IN" dirty="0"/>
              <a:t>Total audio hours: ~30–32 hours</a:t>
            </a:r>
          </a:p>
          <a:p>
            <a:pPr lvl="1"/>
            <a:r>
              <a:rPr lang="en-IN" dirty="0"/>
              <a:t>High-quality clinical recording environment</a:t>
            </a:r>
          </a:p>
          <a:p>
            <a:r>
              <a:rPr lang="en-IN" dirty="0"/>
              <a:t>Transcripts:</a:t>
            </a:r>
          </a:p>
          <a:p>
            <a:pPr lvl="1"/>
            <a:r>
              <a:rPr lang="en-IN" dirty="0"/>
              <a:t>Every spoken word timestamped</a:t>
            </a:r>
          </a:p>
          <a:p>
            <a:pPr lvl="1"/>
            <a:r>
              <a:rPr lang="en-IN" dirty="0"/>
              <a:t>Includes fillers (um, uh), pauses, laughter</a:t>
            </a:r>
          </a:p>
          <a:p>
            <a:r>
              <a:rPr lang="en-IN" dirty="0"/>
              <a:t>PHQ-8 Labels:</a:t>
            </a:r>
          </a:p>
          <a:p>
            <a:pPr lvl="1"/>
            <a:r>
              <a:rPr lang="en-IN" dirty="0"/>
              <a:t>Range: 0–24</a:t>
            </a:r>
          </a:p>
          <a:p>
            <a:pPr lvl="1"/>
            <a:r>
              <a:rPr lang="en-IN" dirty="0"/>
              <a:t>Binary label: PHQ-8 ≥ 10 → Depressed</a:t>
            </a:r>
          </a:p>
          <a:p>
            <a:pPr lvl="1"/>
            <a:r>
              <a:rPr lang="en-IN" dirty="0"/>
              <a:t>Used in official AVEC scoring</a:t>
            </a:r>
          </a:p>
          <a:p>
            <a:r>
              <a:rPr lang="en-IN" dirty="0"/>
              <a:t>Data Splits Provided</a:t>
            </a:r>
          </a:p>
          <a:p>
            <a:pPr lvl="1"/>
            <a:r>
              <a:rPr lang="en-IN" dirty="0"/>
              <a:t>Train: ~107 participants</a:t>
            </a:r>
          </a:p>
          <a:p>
            <a:pPr lvl="1"/>
            <a:r>
              <a:rPr lang="en-IN" dirty="0"/>
              <a:t>Dev: ~35 participants</a:t>
            </a:r>
          </a:p>
          <a:p>
            <a:pPr lvl="1"/>
            <a:r>
              <a:rPr lang="en-IN" dirty="0"/>
              <a:t>Test: ~47 participants</a:t>
            </a:r>
          </a:p>
          <a:p>
            <a:pPr lvl="1"/>
            <a:r>
              <a:rPr lang="en-IN" dirty="0"/>
              <a:t>These numbers allow structured ML training and evaluation.</a:t>
            </a:r>
          </a:p>
        </p:txBody>
      </p:sp>
      <p:sp>
        <p:nvSpPr>
          <p:cNvPr id="145" name="Google Shape;145;g2ee5b6d736e_0_0">
            <a:extLst>
              <a:ext uri="{FF2B5EF4-FFF2-40B4-BE49-F238E27FC236}">
                <a16:creationId xmlns:a16="http://schemas.microsoft.com/office/drawing/2014/main" id="{E304CD41-04E3-0ADC-8DDD-09EF4B1D7E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13</a:t>
            </a:fld>
            <a:endParaRPr>
              <a:latin typeface="Trebuchet MS" panose="020B0603020202020204" pitchFamily="34" charset="0"/>
            </a:endParaRPr>
          </a:p>
        </p:txBody>
      </p:sp>
      <p:pic>
        <p:nvPicPr>
          <p:cNvPr id="143" name="Google Shape;143;g2ee5b6d736e_0_0">
            <a:extLst>
              <a:ext uri="{FF2B5EF4-FFF2-40B4-BE49-F238E27FC236}">
                <a16:creationId xmlns:a16="http://schemas.microsoft.com/office/drawing/2014/main" id="{5D238E12-8454-07BD-5479-CA06A19956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2;p2">
            <a:extLst>
              <a:ext uri="{FF2B5EF4-FFF2-40B4-BE49-F238E27FC236}">
                <a16:creationId xmlns:a16="http://schemas.microsoft.com/office/drawing/2014/main" id="{C93ED9BE-5E34-AE68-675E-9336B374C06D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7" name="Google Shape;96;p3">
            <a:extLst>
              <a:ext uri="{FF2B5EF4-FFF2-40B4-BE49-F238E27FC236}">
                <a16:creationId xmlns:a16="http://schemas.microsoft.com/office/drawing/2014/main" id="{4FF9E8C2-3712-9929-3046-AACBDC4C0F6C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893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1B54A0D5-A05F-AA94-BB7B-F1CE90440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e5b6d736e_0_0">
            <a:extLst>
              <a:ext uri="{FF2B5EF4-FFF2-40B4-BE49-F238E27FC236}">
                <a16:creationId xmlns:a16="http://schemas.microsoft.com/office/drawing/2014/main" id="{EB804CAB-DA84-5AFE-B651-9CBDF8F314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Dataset Overview and Exploration</a:t>
            </a:r>
            <a:endParaRPr lang="en-US" dirty="0">
              <a:latin typeface="Trebuchet MS" panose="020B0603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AA5DD5-5A95-0873-DF52-3EF41B853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0231"/>
            <a:ext cx="10515600" cy="4843421"/>
          </a:xfrm>
        </p:spPr>
        <p:txBody>
          <a:bodyPr>
            <a:normAutofit fontScale="62500" lnSpcReduction="20000"/>
          </a:bodyPr>
          <a:lstStyle/>
          <a:p>
            <a:pPr marL="114300" indent="0">
              <a:buNone/>
            </a:pPr>
            <a:r>
              <a:rPr lang="en-IN" dirty="0"/>
              <a:t>1. Phase -1 Preprocessing</a:t>
            </a:r>
          </a:p>
          <a:p>
            <a:pPr lvl="1"/>
            <a:r>
              <a:rPr lang="en-IN" dirty="0"/>
              <a:t>Noise removal &amp; volume normalization</a:t>
            </a:r>
          </a:p>
          <a:p>
            <a:pPr lvl="1"/>
            <a:r>
              <a:rPr lang="en-IN" dirty="0"/>
              <a:t>Silence trimming &amp; VAD</a:t>
            </a:r>
          </a:p>
          <a:p>
            <a:pPr lvl="1"/>
            <a:r>
              <a:rPr lang="en-IN" dirty="0"/>
              <a:t>Handling scrubbed segments</a:t>
            </a:r>
          </a:p>
          <a:p>
            <a:pPr lvl="1"/>
            <a:r>
              <a:rPr lang="en-IN" dirty="0"/>
              <a:t>Standardizing duration (padding/clipping)</a:t>
            </a:r>
          </a:p>
          <a:p>
            <a:pPr marL="114300" indent="0">
              <a:buNone/>
            </a:pPr>
            <a:r>
              <a:rPr lang="en-IN" dirty="0"/>
              <a:t>2. Feature Extraction</a:t>
            </a:r>
          </a:p>
          <a:p>
            <a:pPr lvl="1"/>
            <a:r>
              <a:rPr lang="en-IN" dirty="0"/>
              <a:t>MFCC (13 + delta + delta-delta)</a:t>
            </a:r>
          </a:p>
          <a:p>
            <a:pPr lvl="1"/>
            <a:r>
              <a:rPr lang="en-IN" dirty="0"/>
              <a:t>Pitch (F0), jitter, shimmer</a:t>
            </a:r>
          </a:p>
          <a:p>
            <a:pPr lvl="1"/>
            <a:r>
              <a:rPr lang="en-IN" dirty="0"/>
              <a:t>Energy &amp; spectral features</a:t>
            </a:r>
          </a:p>
          <a:p>
            <a:pPr lvl="1"/>
            <a:r>
              <a:rPr lang="en-IN" dirty="0"/>
              <a:t>Silence ratio, speaking </a:t>
            </a:r>
          </a:p>
          <a:p>
            <a:pPr marL="114300" indent="0">
              <a:buNone/>
            </a:pPr>
            <a:r>
              <a:rPr lang="en-IN" dirty="0"/>
              <a:t>3. Label Preparation</a:t>
            </a:r>
          </a:p>
          <a:p>
            <a:pPr lvl="1"/>
            <a:r>
              <a:rPr lang="en-IN" dirty="0"/>
              <a:t>Map PHQ-8 score to severity</a:t>
            </a:r>
          </a:p>
          <a:p>
            <a:pPr lvl="1"/>
            <a:r>
              <a:rPr lang="en-IN" dirty="0"/>
              <a:t>Create regression + binary labels (PHQ-8 ≥10)</a:t>
            </a:r>
          </a:p>
          <a:p>
            <a:pPr marL="114300" indent="0">
              <a:buNone/>
            </a:pPr>
            <a:r>
              <a:rPr lang="en-IN" dirty="0"/>
              <a:t>4. Train &amp; Evaluate Models</a:t>
            </a:r>
          </a:p>
          <a:p>
            <a:pPr lvl="1"/>
            <a:r>
              <a:rPr lang="en-IN" dirty="0"/>
              <a:t>ML models: SVM, Random Forest, </a:t>
            </a:r>
            <a:r>
              <a:rPr lang="en-IN" dirty="0" err="1"/>
              <a:t>XGBoost</a:t>
            </a:r>
            <a:endParaRPr lang="en-IN" dirty="0"/>
          </a:p>
          <a:p>
            <a:pPr lvl="1"/>
            <a:r>
              <a:rPr lang="en-IN" dirty="0"/>
              <a:t>Metrics: RMSE, MAE, Accuracy, F1Compare audio features vs model performance</a:t>
            </a:r>
          </a:p>
          <a:p>
            <a:pPr marL="114300" indent="0">
              <a:buNone/>
            </a:pPr>
            <a:r>
              <a:rPr lang="en-IN" dirty="0"/>
              <a:t>5. Phase-2 Ready Pipeline</a:t>
            </a:r>
          </a:p>
          <a:p>
            <a:pPr lvl="1"/>
            <a:r>
              <a:rPr lang="en-IN" dirty="0"/>
              <a:t>Modular design for future deep learning (CNN, Wav2Vec2)</a:t>
            </a:r>
          </a:p>
          <a:p>
            <a:pPr lvl="1"/>
            <a:r>
              <a:rPr lang="en-IN" dirty="0"/>
              <a:t>Optional multilingual extension (NOT part of Phase-1)</a:t>
            </a:r>
          </a:p>
        </p:txBody>
      </p:sp>
      <p:sp>
        <p:nvSpPr>
          <p:cNvPr id="145" name="Google Shape;145;g2ee5b6d736e_0_0">
            <a:extLst>
              <a:ext uri="{FF2B5EF4-FFF2-40B4-BE49-F238E27FC236}">
                <a16:creationId xmlns:a16="http://schemas.microsoft.com/office/drawing/2014/main" id="{80B1EC63-077C-2E20-38DD-37A14AEA65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14</a:t>
            </a:fld>
            <a:endParaRPr>
              <a:latin typeface="Trebuchet MS" panose="020B0603020202020204" pitchFamily="34" charset="0"/>
            </a:endParaRPr>
          </a:p>
        </p:txBody>
      </p:sp>
      <p:pic>
        <p:nvPicPr>
          <p:cNvPr id="143" name="Google Shape;143;g2ee5b6d736e_0_0">
            <a:extLst>
              <a:ext uri="{FF2B5EF4-FFF2-40B4-BE49-F238E27FC236}">
                <a16:creationId xmlns:a16="http://schemas.microsoft.com/office/drawing/2014/main" id="{84325196-D8AC-86C8-528A-DA3C94D35F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2;p2">
            <a:extLst>
              <a:ext uri="{FF2B5EF4-FFF2-40B4-BE49-F238E27FC236}">
                <a16:creationId xmlns:a16="http://schemas.microsoft.com/office/drawing/2014/main" id="{80FB8E41-BDD1-D676-955F-4DE1707495C0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7" name="Google Shape;96;p3">
            <a:extLst>
              <a:ext uri="{FF2B5EF4-FFF2-40B4-BE49-F238E27FC236}">
                <a16:creationId xmlns:a16="http://schemas.microsoft.com/office/drawing/2014/main" id="{47B5D5E2-2493-2DB0-E02D-21512A69A027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201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0893156-BC99-05AA-753C-D54CBE285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e5b6d736e_0_0">
            <a:extLst>
              <a:ext uri="{FF2B5EF4-FFF2-40B4-BE49-F238E27FC236}">
                <a16:creationId xmlns:a16="http://schemas.microsoft.com/office/drawing/2014/main" id="{6B94D1BF-6533-B1B1-B5A6-6F176351D4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5"/>
              </a:buClr>
              <a:buSzPts val="4000"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Dataset Overview and Exploration</a:t>
            </a:r>
            <a:endParaRPr lang="en-US" dirty="0">
              <a:latin typeface="Trebuchet MS" panose="020B0603020202020204" pitchFamily="34" charset="0"/>
            </a:endParaRPr>
          </a:p>
        </p:txBody>
      </p:sp>
      <p:sp>
        <p:nvSpPr>
          <p:cNvPr id="141" name="Google Shape;141;g2ee5b6d736e_0_0">
            <a:extLst>
              <a:ext uri="{FF2B5EF4-FFF2-40B4-BE49-F238E27FC236}">
                <a16:creationId xmlns:a16="http://schemas.microsoft.com/office/drawing/2014/main" id="{3E0E9655-7894-3260-5691-86FA323BD471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89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3" name="Google Shape;143;g2ee5b6d736e_0_0">
            <a:extLst>
              <a:ext uri="{FF2B5EF4-FFF2-40B4-BE49-F238E27FC236}">
                <a16:creationId xmlns:a16="http://schemas.microsoft.com/office/drawing/2014/main" id="{7AD8DA4F-6975-079F-6AD7-20C2EB664D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ee5b6d736e_0_0">
            <a:extLst>
              <a:ext uri="{FF2B5EF4-FFF2-40B4-BE49-F238E27FC236}">
                <a16:creationId xmlns:a16="http://schemas.microsoft.com/office/drawing/2014/main" id="{B876D566-CED5-1E6A-2425-520F4C3E4E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15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6" name="Google Shape;102;p2">
            <a:extLst>
              <a:ext uri="{FF2B5EF4-FFF2-40B4-BE49-F238E27FC236}">
                <a16:creationId xmlns:a16="http://schemas.microsoft.com/office/drawing/2014/main" id="{832A915E-8CAD-B73E-C06D-7C0BFB6B17E3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7" name="Google Shape;96;p3">
            <a:extLst>
              <a:ext uri="{FF2B5EF4-FFF2-40B4-BE49-F238E27FC236}">
                <a16:creationId xmlns:a16="http://schemas.microsoft.com/office/drawing/2014/main" id="{76C9B4EA-4464-C106-3CFF-45D34E327E2C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AD663B-14B6-D5D6-18B4-815FE22FA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505410"/>
            <a:ext cx="8718755" cy="485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697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2c8337b12_0_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Literature Survey</a:t>
            </a:r>
            <a:endParaRPr dirty="0">
              <a:latin typeface="Trebuchet MS" panose="020B0603020202020204" pitchFamily="34" charset="0"/>
            </a:endParaRPr>
          </a:p>
        </p:txBody>
      </p:sp>
      <p:sp>
        <p:nvSpPr>
          <p:cNvPr id="186" name="Google Shape;186;g312c8337b12_0_34"/>
          <p:cNvSpPr txBox="1">
            <a:spLocks noGrp="1"/>
          </p:cNvSpPr>
          <p:nvPr>
            <p:ph type="body" idx="1"/>
          </p:nvPr>
        </p:nvSpPr>
        <p:spPr>
          <a:xfrm>
            <a:off x="838200" y="1434664"/>
            <a:ext cx="10515600" cy="501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50800">
              <a:buSzPts val="2800"/>
              <a:buNone/>
            </a:pPr>
            <a:r>
              <a:rPr lang="en-IN" b="1" dirty="0">
                <a:latin typeface="Trebuchet MS" panose="020B0603020202020204" pitchFamily="34" charset="0"/>
              </a:rPr>
              <a:t>1. Williamson et al., 2016 (MIT)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Title: “Multimodal indicators of depression from facial, vocal, and </a:t>
            </a:r>
            <a:r>
              <a:rPr lang="en-IN" dirty="0" err="1">
                <a:latin typeface="Trebuchet MS" panose="020B0603020202020204" pitchFamily="34" charset="0"/>
              </a:rPr>
              <a:t>behavioral</a:t>
            </a:r>
            <a:r>
              <a:rPr lang="en-IN" dirty="0">
                <a:latin typeface="Trebuchet MS" panose="020B0603020202020204" pitchFamily="34" charset="0"/>
              </a:rPr>
              <a:t> cues.”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Authors: Williamson, </a:t>
            </a:r>
            <a:r>
              <a:rPr lang="en-IN" dirty="0" err="1">
                <a:latin typeface="Trebuchet MS" panose="020B0603020202020204" pitchFamily="34" charset="0"/>
              </a:rPr>
              <a:t>Quatieri</a:t>
            </a:r>
            <a:r>
              <a:rPr lang="en-IN" dirty="0">
                <a:latin typeface="Trebuchet MS" panose="020B0603020202020204" pitchFamily="34" charset="0"/>
              </a:rPr>
              <a:t>, Helfer, Ciccarelli, Mehta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Venue: AVEC 2016 Workshop, MIT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Methodology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Used the DAIC-WOZ dataset for depression analysis.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Extracted prosodic features, spectral voice cues, facial action units, and </a:t>
            </a:r>
            <a:r>
              <a:rPr lang="en-IN" dirty="0" err="1">
                <a:latin typeface="Trebuchet MS" panose="020B0603020202020204" pitchFamily="34" charset="0"/>
              </a:rPr>
              <a:t>behavioral</a:t>
            </a:r>
            <a:r>
              <a:rPr lang="en-IN" dirty="0">
                <a:latin typeface="Trebuchet MS" panose="020B0603020202020204" pitchFamily="34" charset="0"/>
              </a:rPr>
              <a:t> timing cues.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Combined audio + video + text into a multimodal system.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Focused strongly on vocal biomarkers such as: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Reduced pitch variability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Increased pause durations</a:t>
            </a:r>
            <a:endParaRPr dirty="0">
              <a:latin typeface="Trebuchet MS" panose="020B0603020202020204" pitchFamily="34" charset="0"/>
            </a:endParaRPr>
          </a:p>
        </p:txBody>
      </p:sp>
      <p:pic>
        <p:nvPicPr>
          <p:cNvPr id="187" name="Google Shape;187;g312c8337b12_0_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2869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12c8337b12_0_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16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0FDED9BB-0E44-9E7D-786F-D5D4B38ABCDB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E727F11C-B889-5E02-AF29-D84917ADFCE5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C8F02A93-1668-EA5C-7A0B-C9A965F82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2c8337b12_0_34">
            <a:extLst>
              <a:ext uri="{FF2B5EF4-FFF2-40B4-BE49-F238E27FC236}">
                <a16:creationId xmlns:a16="http://schemas.microsoft.com/office/drawing/2014/main" id="{12C0911D-BCD0-CD64-3BBB-3ECAB204C8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Literature Survey</a:t>
            </a:r>
            <a:endParaRPr dirty="0">
              <a:latin typeface="Trebuchet MS" panose="020B0603020202020204" pitchFamily="34" charset="0"/>
            </a:endParaRPr>
          </a:p>
        </p:txBody>
      </p:sp>
      <p:sp>
        <p:nvSpPr>
          <p:cNvPr id="185" name="Google Shape;185;g312c8337b12_0_34">
            <a:extLst>
              <a:ext uri="{FF2B5EF4-FFF2-40B4-BE49-F238E27FC236}">
                <a16:creationId xmlns:a16="http://schemas.microsoft.com/office/drawing/2014/main" id="{1D7EFB64-5BB2-DCFE-BC66-30A5CAE2D7E0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8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86" name="Google Shape;186;g312c8337b12_0_34">
            <a:extLst>
              <a:ext uri="{FF2B5EF4-FFF2-40B4-BE49-F238E27FC236}">
                <a16:creationId xmlns:a16="http://schemas.microsoft.com/office/drawing/2014/main" id="{B7B96CA4-2C4A-32B5-AE31-141E69A572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90230"/>
            <a:ext cx="10515600" cy="4917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50800">
              <a:buSzPts val="2800"/>
              <a:buNone/>
            </a:pPr>
            <a:r>
              <a:rPr lang="en-IN" b="1" dirty="0">
                <a:latin typeface="Trebuchet MS" panose="020B0603020202020204" pitchFamily="34" charset="0"/>
              </a:rPr>
              <a:t>2. Yang et al., 2012 (University of Pittsburgh)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Title: “Detecting depression severity from vocal prosody.”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Authors: Yang, Fairbairn, Cohn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Venue: IEEE Transactions on Affective Computing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Methodology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Studied prosodic cues in clinical interviews.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Extracted: Pitch (F0) changes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Speaking rate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Pause duration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Intensity variation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Used statistical regression to map these features to depression severity.</a:t>
            </a:r>
            <a:endParaRPr dirty="0">
              <a:latin typeface="Trebuchet MS" panose="020B0603020202020204" pitchFamily="34" charset="0"/>
            </a:endParaRPr>
          </a:p>
        </p:txBody>
      </p:sp>
      <p:pic>
        <p:nvPicPr>
          <p:cNvPr id="187" name="Google Shape;187;g312c8337b12_0_34">
            <a:extLst>
              <a:ext uri="{FF2B5EF4-FFF2-40B4-BE49-F238E27FC236}">
                <a16:creationId xmlns:a16="http://schemas.microsoft.com/office/drawing/2014/main" id="{4D5906C6-D3B4-146E-6D2B-3592E12E96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2869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12c8337b12_0_34">
            <a:extLst>
              <a:ext uri="{FF2B5EF4-FFF2-40B4-BE49-F238E27FC236}">
                <a16:creationId xmlns:a16="http://schemas.microsoft.com/office/drawing/2014/main" id="{6E126F31-6888-D4C8-7C8F-EEF0E4D0FB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17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926AB778-AD11-8406-F609-F1BFE5F40A7C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5" name="Google Shape;96;p3">
            <a:extLst>
              <a:ext uri="{FF2B5EF4-FFF2-40B4-BE49-F238E27FC236}">
                <a16:creationId xmlns:a16="http://schemas.microsoft.com/office/drawing/2014/main" id="{3C3EE2A3-A3F8-89E0-3424-C7A3208303E6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342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38C67346-1FF0-CCF1-8FF0-5E364DB2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2c8337b12_0_34">
            <a:extLst>
              <a:ext uri="{FF2B5EF4-FFF2-40B4-BE49-F238E27FC236}">
                <a16:creationId xmlns:a16="http://schemas.microsoft.com/office/drawing/2014/main" id="{0618F37A-860F-5B55-8798-1E012E649D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Literature Survey</a:t>
            </a:r>
            <a:endParaRPr dirty="0">
              <a:latin typeface="Trebuchet MS" panose="020B0603020202020204" pitchFamily="34" charset="0"/>
            </a:endParaRPr>
          </a:p>
        </p:txBody>
      </p:sp>
      <p:sp>
        <p:nvSpPr>
          <p:cNvPr id="185" name="Google Shape;185;g312c8337b12_0_34">
            <a:extLst>
              <a:ext uri="{FF2B5EF4-FFF2-40B4-BE49-F238E27FC236}">
                <a16:creationId xmlns:a16="http://schemas.microsoft.com/office/drawing/2014/main" id="{AF1E9842-BBFE-9576-4DE1-82CA7C62FB67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8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86" name="Google Shape;186;g312c8337b12_0_34">
            <a:extLst>
              <a:ext uri="{FF2B5EF4-FFF2-40B4-BE49-F238E27FC236}">
                <a16:creationId xmlns:a16="http://schemas.microsoft.com/office/drawing/2014/main" id="{42301204-92CF-E652-C8F8-DAC681F6EA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90230"/>
            <a:ext cx="10515600" cy="496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>
              <a:buSzPts val="2800"/>
              <a:buNone/>
            </a:pPr>
            <a:r>
              <a:rPr lang="en-IN" b="1" dirty="0">
                <a:latin typeface="Trebuchet MS" panose="020B0603020202020204" pitchFamily="34" charset="0"/>
              </a:rPr>
              <a:t>3. Wu et al., 2020 (SUNY Buffalo)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Title: “Deep convolutional networks for depression detection from speech spectrograms.”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Authors: Wu, Abdel-Wahab, Xu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Venue: IEEE/ACM TASLP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Methodology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Converted raw audio into log-mel spectrograms.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Trained CNN-based deep learning models.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No manual features — end-to-end deep learning.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Used emotional speech + depressive speech datasets.</a:t>
            </a:r>
            <a:endParaRPr dirty="0">
              <a:latin typeface="Trebuchet MS" panose="020B0603020202020204" pitchFamily="34" charset="0"/>
            </a:endParaRPr>
          </a:p>
        </p:txBody>
      </p:sp>
      <p:pic>
        <p:nvPicPr>
          <p:cNvPr id="187" name="Google Shape;187;g312c8337b12_0_34">
            <a:extLst>
              <a:ext uri="{FF2B5EF4-FFF2-40B4-BE49-F238E27FC236}">
                <a16:creationId xmlns:a16="http://schemas.microsoft.com/office/drawing/2014/main" id="{3CF5A67C-36E1-B5E7-E952-032688FC8B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12c8337b12_0_34">
            <a:extLst>
              <a:ext uri="{FF2B5EF4-FFF2-40B4-BE49-F238E27FC236}">
                <a16:creationId xmlns:a16="http://schemas.microsoft.com/office/drawing/2014/main" id="{5295B12A-745B-2225-749C-7331604A50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18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EFB16606-C24A-0AF1-51C9-BCAFAA7E3088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A01A89FB-4DAB-E451-EB4A-30BD8DC45D6B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847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4419BC13-08A8-B321-D20B-4EA06674B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2c8337b12_0_34">
            <a:extLst>
              <a:ext uri="{FF2B5EF4-FFF2-40B4-BE49-F238E27FC236}">
                <a16:creationId xmlns:a16="http://schemas.microsoft.com/office/drawing/2014/main" id="{418D16EB-08A6-BF43-BB7F-3F35D649BF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Literature Survey</a:t>
            </a:r>
            <a:endParaRPr dirty="0">
              <a:latin typeface="Trebuchet MS" panose="020B0603020202020204" pitchFamily="34" charset="0"/>
            </a:endParaRPr>
          </a:p>
        </p:txBody>
      </p:sp>
      <p:sp>
        <p:nvSpPr>
          <p:cNvPr id="185" name="Google Shape;185;g312c8337b12_0_34">
            <a:extLst>
              <a:ext uri="{FF2B5EF4-FFF2-40B4-BE49-F238E27FC236}">
                <a16:creationId xmlns:a16="http://schemas.microsoft.com/office/drawing/2014/main" id="{E04F1B48-414C-4DC9-1883-5E470FE8550D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8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86" name="Google Shape;186;g312c8337b12_0_34">
            <a:extLst>
              <a:ext uri="{FF2B5EF4-FFF2-40B4-BE49-F238E27FC236}">
                <a16:creationId xmlns:a16="http://schemas.microsoft.com/office/drawing/2014/main" id="{7383797D-9436-1906-2B23-A322CC4915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90230"/>
            <a:ext cx="10515600" cy="5424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50800">
              <a:buSzPts val="2800"/>
              <a:buNone/>
            </a:pPr>
            <a:r>
              <a:rPr lang="en-IN" b="1" dirty="0">
                <a:latin typeface="Trebuchet MS" panose="020B0603020202020204" pitchFamily="34" charset="0"/>
              </a:rPr>
              <a:t>4. Scherer et al., 2017 (USC)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Title: “Automatic audiovisual depression analysis using </a:t>
            </a:r>
            <a:r>
              <a:rPr lang="en-IN" dirty="0" err="1">
                <a:latin typeface="Trebuchet MS" panose="020B0603020202020204" pitchFamily="34" charset="0"/>
              </a:rPr>
              <a:t>openSMILE</a:t>
            </a:r>
            <a:r>
              <a:rPr lang="en-IN" dirty="0">
                <a:latin typeface="Trebuchet MS" panose="020B0603020202020204" pitchFamily="34" charset="0"/>
              </a:rPr>
              <a:t> and stacking classifiers.”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Authors: Scherer, </a:t>
            </a:r>
            <a:r>
              <a:rPr lang="en-IN" dirty="0" err="1">
                <a:latin typeface="Trebuchet MS" panose="020B0603020202020204" pitchFamily="34" charset="0"/>
              </a:rPr>
              <a:t>Stratou</a:t>
            </a:r>
            <a:r>
              <a:rPr lang="en-IN" dirty="0">
                <a:latin typeface="Trebuchet MS" panose="020B0603020202020204" pitchFamily="34" charset="0"/>
              </a:rPr>
              <a:t>, Mahmoud, Boberg, Gratch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Venue: AVEC 2017 (USC)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Methodology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Used </a:t>
            </a:r>
            <a:r>
              <a:rPr lang="en-IN" dirty="0" err="1">
                <a:latin typeface="Trebuchet MS" panose="020B0603020202020204" pitchFamily="34" charset="0"/>
              </a:rPr>
              <a:t>openSMILE</a:t>
            </a:r>
            <a:r>
              <a:rPr lang="en-IN" dirty="0">
                <a:latin typeface="Trebuchet MS" panose="020B0603020202020204" pitchFamily="34" charset="0"/>
              </a:rPr>
              <a:t> to extract large-scale voice feature sets (</a:t>
            </a:r>
            <a:r>
              <a:rPr lang="en-IN" dirty="0" err="1">
                <a:latin typeface="Trebuchet MS" panose="020B0603020202020204" pitchFamily="34" charset="0"/>
              </a:rPr>
              <a:t>eGeMAPS</a:t>
            </a:r>
            <a:r>
              <a:rPr lang="en-IN" dirty="0">
                <a:latin typeface="Trebuchet MS" panose="020B0603020202020204" pitchFamily="34" charset="0"/>
              </a:rPr>
              <a:t>, MFCC).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Combined audio + video features.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Trained stacking-based classifiers:</a:t>
            </a:r>
          </a:p>
          <a:p>
            <a:pPr marL="1092200" lvl="1" indent="-457200">
              <a:buSzPts val="2800"/>
            </a:pPr>
            <a:r>
              <a:rPr lang="en-IN" dirty="0" err="1">
                <a:latin typeface="Trebuchet MS" panose="020B0603020202020204" pitchFamily="34" charset="0"/>
              </a:rPr>
              <a:t>SVMRandom</a:t>
            </a:r>
            <a:r>
              <a:rPr lang="en-IN" dirty="0">
                <a:latin typeface="Trebuchet MS" panose="020B0603020202020204" pitchFamily="34" charset="0"/>
              </a:rPr>
              <a:t> Forest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Logistic Regression (stacking meta-model)</a:t>
            </a:r>
            <a:endParaRPr dirty="0">
              <a:latin typeface="Trebuchet MS" panose="020B0603020202020204" pitchFamily="34" charset="0"/>
            </a:endParaRPr>
          </a:p>
        </p:txBody>
      </p:sp>
      <p:pic>
        <p:nvPicPr>
          <p:cNvPr id="187" name="Google Shape;187;g312c8337b12_0_34">
            <a:extLst>
              <a:ext uri="{FF2B5EF4-FFF2-40B4-BE49-F238E27FC236}">
                <a16:creationId xmlns:a16="http://schemas.microsoft.com/office/drawing/2014/main" id="{423C7FF8-8795-F651-FF79-5EBC39398D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12c8337b12_0_34">
            <a:extLst>
              <a:ext uri="{FF2B5EF4-FFF2-40B4-BE49-F238E27FC236}">
                <a16:creationId xmlns:a16="http://schemas.microsoft.com/office/drawing/2014/main" id="{DB2315DD-3F8E-587C-3CBA-E2A0156EF8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19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5681584-B9ED-85FF-AA0E-B10F152306FB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176903C0-ECFE-66CD-72A5-08F2C9A4F1F6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199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33E12420-C0B0-288E-DA19-4451F3171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2c8337b12_0_34">
            <a:extLst>
              <a:ext uri="{FF2B5EF4-FFF2-40B4-BE49-F238E27FC236}">
                <a16:creationId xmlns:a16="http://schemas.microsoft.com/office/drawing/2014/main" id="{2D74236A-D73B-6EC8-961D-7505B82347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Literature Survey</a:t>
            </a:r>
            <a:endParaRPr dirty="0">
              <a:latin typeface="Trebuchet MS" panose="020B0603020202020204" pitchFamily="34" charset="0"/>
            </a:endParaRPr>
          </a:p>
        </p:txBody>
      </p:sp>
      <p:sp>
        <p:nvSpPr>
          <p:cNvPr id="185" name="Google Shape;185;g312c8337b12_0_34">
            <a:extLst>
              <a:ext uri="{FF2B5EF4-FFF2-40B4-BE49-F238E27FC236}">
                <a16:creationId xmlns:a16="http://schemas.microsoft.com/office/drawing/2014/main" id="{25F97FCF-2AC6-A167-1605-6F8E937E4473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8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86" name="Google Shape;186;g312c8337b12_0_34">
            <a:extLst>
              <a:ext uri="{FF2B5EF4-FFF2-40B4-BE49-F238E27FC236}">
                <a16:creationId xmlns:a16="http://schemas.microsoft.com/office/drawing/2014/main" id="{08237988-A9B7-0CCA-2FB2-E7BE0DEEC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90230"/>
            <a:ext cx="10515600" cy="496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>
              <a:buSzPts val="2800"/>
              <a:buNone/>
            </a:pPr>
            <a:r>
              <a:rPr lang="en-IN" b="1" dirty="0">
                <a:latin typeface="Trebuchet MS" panose="020B0603020202020204" pitchFamily="34" charset="0"/>
              </a:rPr>
              <a:t>5. </a:t>
            </a:r>
            <a:r>
              <a:rPr lang="en-IN" b="1" dirty="0" err="1">
                <a:latin typeface="Trebuchet MS" panose="020B0603020202020204" pitchFamily="34" charset="0"/>
              </a:rPr>
              <a:t>Elgendi</a:t>
            </a:r>
            <a:r>
              <a:rPr lang="en-IN" b="1" dirty="0">
                <a:latin typeface="Trebuchet MS" panose="020B0603020202020204" pitchFamily="34" charset="0"/>
              </a:rPr>
              <a:t> et al., 2021 (University of Ottawa)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Title: “Detecting major depressive disorder from speech using deep CNNs.”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Authors: </a:t>
            </a:r>
            <a:r>
              <a:rPr lang="en-IN" dirty="0" err="1">
                <a:latin typeface="Trebuchet MS" panose="020B0603020202020204" pitchFamily="34" charset="0"/>
              </a:rPr>
              <a:t>Elgendi</a:t>
            </a:r>
            <a:r>
              <a:rPr lang="en-IN" dirty="0">
                <a:latin typeface="Trebuchet MS" panose="020B0603020202020204" pitchFamily="34" charset="0"/>
              </a:rPr>
              <a:t>, Halawa, Mohamed, Fletcher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Venue: Biomedical Signal Processing &amp; Control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Methodology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Combined MFCC, spectral features, and energy-based cues.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Used DCNN models to detect Major Depressive Disorder (MDD).</a:t>
            </a:r>
          </a:p>
          <a:p>
            <a:pPr marL="1092200" lvl="1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Compared traditional ML vs CNN.</a:t>
            </a:r>
            <a:endParaRPr dirty="0">
              <a:latin typeface="Trebuchet MS" panose="020B0603020202020204" pitchFamily="34" charset="0"/>
            </a:endParaRPr>
          </a:p>
        </p:txBody>
      </p:sp>
      <p:pic>
        <p:nvPicPr>
          <p:cNvPr id="187" name="Google Shape;187;g312c8337b12_0_34">
            <a:extLst>
              <a:ext uri="{FF2B5EF4-FFF2-40B4-BE49-F238E27FC236}">
                <a16:creationId xmlns:a16="http://schemas.microsoft.com/office/drawing/2014/main" id="{4BB0AEBF-65E5-DB3A-EF75-7E13D5C646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12c8337b12_0_34">
            <a:extLst>
              <a:ext uri="{FF2B5EF4-FFF2-40B4-BE49-F238E27FC236}">
                <a16:creationId xmlns:a16="http://schemas.microsoft.com/office/drawing/2014/main" id="{B30E9F0C-FF86-B8BE-C394-E1B592A2C7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20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0FAB845C-D6FF-3AA5-2F76-B2D6C15B8CB4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5ABBECF2-9460-0FE0-2D03-181CAB3B619C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997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A5A673F9-101A-81CD-2806-1AB2EE427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2c8337b12_0_34">
            <a:extLst>
              <a:ext uri="{FF2B5EF4-FFF2-40B4-BE49-F238E27FC236}">
                <a16:creationId xmlns:a16="http://schemas.microsoft.com/office/drawing/2014/main" id="{2E644346-985F-1C2F-CF30-DD83F3E723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Literature Survey</a:t>
            </a:r>
            <a:endParaRPr dirty="0">
              <a:latin typeface="Trebuchet MS" panose="020B0603020202020204" pitchFamily="34" charset="0"/>
            </a:endParaRPr>
          </a:p>
        </p:txBody>
      </p:sp>
      <p:sp>
        <p:nvSpPr>
          <p:cNvPr id="185" name="Google Shape;185;g312c8337b12_0_34">
            <a:extLst>
              <a:ext uri="{FF2B5EF4-FFF2-40B4-BE49-F238E27FC236}">
                <a16:creationId xmlns:a16="http://schemas.microsoft.com/office/drawing/2014/main" id="{652FF7AD-B031-FA61-83B0-4AB5D62438B4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8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86" name="Google Shape;186;g312c8337b12_0_34">
            <a:extLst>
              <a:ext uri="{FF2B5EF4-FFF2-40B4-BE49-F238E27FC236}">
                <a16:creationId xmlns:a16="http://schemas.microsoft.com/office/drawing/2014/main" id="{BA377F7B-386A-EF01-35A8-55E8AEFFB2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90230"/>
            <a:ext cx="10515600" cy="505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50800">
              <a:buSzPts val="2800"/>
              <a:buNone/>
            </a:pPr>
            <a:r>
              <a:rPr lang="en-IN" b="1" dirty="0">
                <a:latin typeface="Trebuchet MS" panose="020B0603020202020204" pitchFamily="34" charset="0"/>
              </a:rPr>
              <a:t>6. </a:t>
            </a:r>
            <a:r>
              <a:rPr lang="en-IN" b="1" dirty="0" err="1">
                <a:latin typeface="Trebuchet MS" panose="020B0603020202020204" pitchFamily="34" charset="0"/>
              </a:rPr>
              <a:t>Valstar</a:t>
            </a:r>
            <a:r>
              <a:rPr lang="en-IN" b="1" dirty="0">
                <a:latin typeface="Trebuchet MS" panose="020B0603020202020204" pitchFamily="34" charset="0"/>
              </a:rPr>
              <a:t> et al., 2014 — AVEC 2014 Challenge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Introduced large-scale affect and depression benchmarks.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Used audiovisual + speech features.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Established PHQ-9/BDI-II pathways.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Relevance: Historical root of modern depression datasets.</a:t>
            </a:r>
          </a:p>
          <a:p>
            <a:pPr marL="177800" indent="0">
              <a:buSzPts val="2800"/>
              <a:buNone/>
            </a:pPr>
            <a:r>
              <a:rPr lang="en-IN" b="1" dirty="0">
                <a:latin typeface="Trebuchet MS" panose="020B0603020202020204" pitchFamily="34" charset="0"/>
              </a:rPr>
              <a:t>7. Cohn et al., 2016 — Audiovisual &amp; Linguistic Cues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Combined</a:t>
            </a:r>
            <a:r>
              <a:rPr lang="en-IN" b="1" dirty="0">
                <a:latin typeface="Trebuchet MS" panose="020B0603020202020204" pitchFamily="34" charset="0"/>
              </a:rPr>
              <a:t> </a:t>
            </a:r>
            <a:r>
              <a:rPr lang="en-IN" dirty="0">
                <a:latin typeface="Trebuchet MS" panose="020B0603020202020204" pitchFamily="34" charset="0"/>
              </a:rPr>
              <a:t>speech, facial expressions, and lexical analysis.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Strong evidence that speech timing is a depression marker.</a:t>
            </a:r>
          </a:p>
          <a:p>
            <a:pPr marL="177800" indent="0">
              <a:buSzPts val="2800"/>
              <a:buNone/>
            </a:pPr>
            <a:r>
              <a:rPr lang="en-IN" b="1" dirty="0">
                <a:latin typeface="Trebuchet MS" panose="020B0603020202020204" pitchFamily="34" charset="0"/>
              </a:rPr>
              <a:t>8. Patil et al., 2020 (IIT Kharagpur)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MFCC + CNN on emotional speech corpora.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Relevance: MFCC + deep learning gives high accuracy → Phase-2 direction.</a:t>
            </a:r>
            <a:endParaRPr dirty="0">
              <a:latin typeface="Trebuchet MS" panose="020B0603020202020204" pitchFamily="34" charset="0"/>
            </a:endParaRPr>
          </a:p>
        </p:txBody>
      </p:sp>
      <p:pic>
        <p:nvPicPr>
          <p:cNvPr id="187" name="Google Shape;187;g312c8337b12_0_34">
            <a:extLst>
              <a:ext uri="{FF2B5EF4-FFF2-40B4-BE49-F238E27FC236}">
                <a16:creationId xmlns:a16="http://schemas.microsoft.com/office/drawing/2014/main" id="{6AFA8A2E-0C40-3A19-490E-DFBFE1865E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12c8337b12_0_34">
            <a:extLst>
              <a:ext uri="{FF2B5EF4-FFF2-40B4-BE49-F238E27FC236}">
                <a16:creationId xmlns:a16="http://schemas.microsoft.com/office/drawing/2014/main" id="{557AFA58-720E-458E-7FF0-431EF2A1E6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21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0F669386-7CE9-7CDB-7EE5-86754447FDD0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5C0DC840-DC62-5853-6335-8099539E0D3D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381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8EF232AD-F532-BD26-0B47-2728B45F7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2c8337b12_0_34">
            <a:extLst>
              <a:ext uri="{FF2B5EF4-FFF2-40B4-BE49-F238E27FC236}">
                <a16:creationId xmlns:a16="http://schemas.microsoft.com/office/drawing/2014/main" id="{129610DC-3B9C-C901-9E22-8FFAC0D66E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Literature Survey</a:t>
            </a:r>
            <a:endParaRPr dirty="0">
              <a:latin typeface="Trebuchet MS" panose="020B0603020202020204" pitchFamily="34" charset="0"/>
            </a:endParaRPr>
          </a:p>
        </p:txBody>
      </p:sp>
      <p:sp>
        <p:nvSpPr>
          <p:cNvPr id="185" name="Google Shape;185;g312c8337b12_0_34">
            <a:extLst>
              <a:ext uri="{FF2B5EF4-FFF2-40B4-BE49-F238E27FC236}">
                <a16:creationId xmlns:a16="http://schemas.microsoft.com/office/drawing/2014/main" id="{AD21666A-B4AD-C2DE-8836-429ECBCD0A12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8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86" name="Google Shape;186;g312c8337b12_0_34">
            <a:extLst>
              <a:ext uri="{FF2B5EF4-FFF2-40B4-BE49-F238E27FC236}">
                <a16:creationId xmlns:a16="http://schemas.microsoft.com/office/drawing/2014/main" id="{36963FD8-2DB4-4DA5-F9E5-2C301D65B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90230"/>
            <a:ext cx="10515600" cy="496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50800">
              <a:buSzPts val="2800"/>
              <a:buNone/>
            </a:pPr>
            <a:r>
              <a:rPr lang="en-IN" b="1" dirty="0">
                <a:latin typeface="Trebuchet MS" panose="020B0603020202020204" pitchFamily="34" charset="0"/>
              </a:rPr>
              <a:t>9. </a:t>
            </a:r>
            <a:r>
              <a:rPr lang="en-IN" b="1" dirty="0" err="1">
                <a:latin typeface="Trebuchet MS" panose="020B0603020202020204" pitchFamily="34" charset="0"/>
              </a:rPr>
              <a:t>Alghowinem</a:t>
            </a:r>
            <a:r>
              <a:rPr lang="en-IN" b="1" dirty="0">
                <a:latin typeface="Trebuchet MS" panose="020B0603020202020204" pitchFamily="34" charset="0"/>
              </a:rPr>
              <a:t> et al., 2013 (ANU)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Compared SVM, RF, GMM, ANN for depression detection.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Result: SVM performed best.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Relevance: Confirms our baseline ML choice.</a:t>
            </a:r>
          </a:p>
          <a:p>
            <a:pPr marL="177800" indent="0">
              <a:buSzPts val="2800"/>
              <a:buNone/>
            </a:pPr>
            <a:r>
              <a:rPr lang="en-IN" b="1" dirty="0">
                <a:latin typeface="Trebuchet MS" panose="020B0603020202020204" pitchFamily="34" charset="0"/>
              </a:rPr>
              <a:t>10. </a:t>
            </a:r>
            <a:r>
              <a:rPr lang="en-IN" b="1" dirty="0" err="1">
                <a:latin typeface="Trebuchet MS" panose="020B0603020202020204" pitchFamily="34" charset="0"/>
              </a:rPr>
              <a:t>Punithavathi</a:t>
            </a:r>
            <a:r>
              <a:rPr lang="en-IN" b="1" dirty="0">
                <a:latin typeface="Trebuchet MS" panose="020B0603020202020204" pitchFamily="34" charset="0"/>
              </a:rPr>
              <a:t> et al., 2022 (Anna University)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Survey of ML techniques for speech-based depression.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MFCC is the single most common feature.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Relevance: Validates our feature-set selection.</a:t>
            </a:r>
          </a:p>
          <a:p>
            <a:pPr marL="177800" indent="0">
              <a:buSzPts val="2800"/>
              <a:buNone/>
            </a:pPr>
            <a:r>
              <a:rPr lang="en-IN" b="1" dirty="0">
                <a:latin typeface="Trebuchet MS" panose="020B0603020202020204" pitchFamily="34" charset="0"/>
              </a:rPr>
              <a:t>11. Lin et al., 2025 (BMJ Mental Health)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Used emotional + theme-based speech tasks.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Found depressed patients speak longer on negative tasks and slower overall.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Relevance: Confirms silence ratio + speech rate usage.</a:t>
            </a:r>
            <a:endParaRPr dirty="0">
              <a:latin typeface="Trebuchet MS" panose="020B0603020202020204" pitchFamily="34" charset="0"/>
            </a:endParaRPr>
          </a:p>
        </p:txBody>
      </p:sp>
      <p:pic>
        <p:nvPicPr>
          <p:cNvPr id="187" name="Google Shape;187;g312c8337b12_0_34">
            <a:extLst>
              <a:ext uri="{FF2B5EF4-FFF2-40B4-BE49-F238E27FC236}">
                <a16:creationId xmlns:a16="http://schemas.microsoft.com/office/drawing/2014/main" id="{6A23393C-A0ED-A8C1-871A-ACABFC5F85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12c8337b12_0_34">
            <a:extLst>
              <a:ext uri="{FF2B5EF4-FFF2-40B4-BE49-F238E27FC236}">
                <a16:creationId xmlns:a16="http://schemas.microsoft.com/office/drawing/2014/main" id="{2856F891-B650-6E7F-E0ED-86EA763454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22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36B49593-B0F4-890C-3C3E-932EA96D4DA4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94FBC963-76C1-DC74-2881-E6A254270E79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471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4C0D3257-BE80-8A7C-401B-1FAF54830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2c8337b12_0_34">
            <a:extLst>
              <a:ext uri="{FF2B5EF4-FFF2-40B4-BE49-F238E27FC236}">
                <a16:creationId xmlns:a16="http://schemas.microsoft.com/office/drawing/2014/main" id="{DD268059-20CB-CFDF-0104-184BBE89EC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Literature Survey</a:t>
            </a:r>
            <a:endParaRPr dirty="0">
              <a:latin typeface="Trebuchet MS" panose="020B0603020202020204" pitchFamily="34" charset="0"/>
            </a:endParaRPr>
          </a:p>
        </p:txBody>
      </p:sp>
      <p:sp>
        <p:nvSpPr>
          <p:cNvPr id="185" name="Google Shape;185;g312c8337b12_0_34">
            <a:extLst>
              <a:ext uri="{FF2B5EF4-FFF2-40B4-BE49-F238E27FC236}">
                <a16:creationId xmlns:a16="http://schemas.microsoft.com/office/drawing/2014/main" id="{F5212374-9D2E-01D6-0B3A-75F98A1DEF51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8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86" name="Google Shape;186;g312c8337b12_0_34">
            <a:extLst>
              <a:ext uri="{FF2B5EF4-FFF2-40B4-BE49-F238E27FC236}">
                <a16:creationId xmlns:a16="http://schemas.microsoft.com/office/drawing/2014/main" id="{8DC22D7D-51C5-81C7-25CB-FF6198C18A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90230"/>
            <a:ext cx="10515600" cy="496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>
              <a:buSzPts val="2800"/>
              <a:buNone/>
            </a:pPr>
            <a:r>
              <a:rPr lang="en-US" b="1" dirty="0">
                <a:latin typeface="Trebuchet MS" panose="020B0603020202020204" pitchFamily="34" charset="0"/>
              </a:rPr>
              <a:t>12. Huang et al., 2024 (Nature Scientific Reports)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Used Wav2Vec2.0 pre-trained model for depression detection.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Achieved 96% accuracy on DAIC-WOZ.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Relevance: This is your Phase-2 deep learning roadmap.</a:t>
            </a:r>
            <a:endParaRPr dirty="0">
              <a:latin typeface="Trebuchet MS" panose="020B0603020202020204" pitchFamily="34" charset="0"/>
            </a:endParaRPr>
          </a:p>
        </p:txBody>
      </p:sp>
      <p:pic>
        <p:nvPicPr>
          <p:cNvPr id="187" name="Google Shape;187;g312c8337b12_0_34">
            <a:extLst>
              <a:ext uri="{FF2B5EF4-FFF2-40B4-BE49-F238E27FC236}">
                <a16:creationId xmlns:a16="http://schemas.microsoft.com/office/drawing/2014/main" id="{D05DBC3C-F8D9-B526-CF40-15DDACF1C5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12c8337b12_0_34">
            <a:extLst>
              <a:ext uri="{FF2B5EF4-FFF2-40B4-BE49-F238E27FC236}">
                <a16:creationId xmlns:a16="http://schemas.microsoft.com/office/drawing/2014/main" id="{B3F2FB5D-96AB-9300-7A78-003D27F8F9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23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9C591212-D703-325E-8B4D-06DB6C38481F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E348C46A-9214-3DCA-AB60-63C099D3212A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122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C8F2D6F5-85C6-53FA-9730-338C3BD0F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2c8337b12_0_34">
            <a:extLst>
              <a:ext uri="{FF2B5EF4-FFF2-40B4-BE49-F238E27FC236}">
                <a16:creationId xmlns:a16="http://schemas.microsoft.com/office/drawing/2014/main" id="{3DD6BF7A-7F54-C48D-DB63-50616554AC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Summary of Literature Review</a:t>
            </a:r>
            <a:endParaRPr dirty="0">
              <a:latin typeface="Trebuchet MS" panose="020B0603020202020204" pitchFamily="34" charset="0"/>
            </a:endParaRPr>
          </a:p>
        </p:txBody>
      </p:sp>
      <p:sp>
        <p:nvSpPr>
          <p:cNvPr id="185" name="Google Shape;185;g312c8337b12_0_34">
            <a:extLst>
              <a:ext uri="{FF2B5EF4-FFF2-40B4-BE49-F238E27FC236}">
                <a16:creationId xmlns:a16="http://schemas.microsoft.com/office/drawing/2014/main" id="{81072648-AF33-C696-896C-73446C7A4A5F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8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86" name="Google Shape;186;g312c8337b12_0_34">
            <a:extLst>
              <a:ext uri="{FF2B5EF4-FFF2-40B4-BE49-F238E27FC236}">
                <a16:creationId xmlns:a16="http://schemas.microsoft.com/office/drawing/2014/main" id="{2368CAC2-A10A-F912-51F0-6C63969B7E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90230"/>
            <a:ext cx="10515600" cy="496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77800" indent="0">
              <a:buSzPts val="2800"/>
              <a:buNone/>
            </a:pPr>
            <a:r>
              <a:rPr lang="en-IN" b="1" dirty="0">
                <a:latin typeface="Trebuchet MS" panose="020B0603020202020204" pitchFamily="34" charset="0"/>
              </a:rPr>
              <a:t>Key Insights from 12 Research Papers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DAIC-WOZ is the global standard for PHQ-8–based depression detection (MIT, USC, Pittsburgh).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Prosodic cues (pitch variation, speech rate, pauses, energy) consistently show strong correlation with depression severity.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MFCC features emerge as the most widely used and most effective baseline for audio-based depression models (validated across 6+ papers).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Classical ML models (SVM, Random Forest, </a:t>
            </a:r>
            <a:r>
              <a:rPr lang="en-IN" dirty="0" err="1">
                <a:latin typeface="Trebuchet MS" panose="020B0603020202020204" pitchFamily="34" charset="0"/>
              </a:rPr>
              <a:t>XGBoost</a:t>
            </a:r>
            <a:r>
              <a:rPr lang="en-IN" dirty="0">
                <a:latin typeface="Trebuchet MS" panose="020B0603020202020204" pitchFamily="34" charset="0"/>
              </a:rPr>
              <a:t>) remain strong for small datasets; SVM performs best in multiple studies.</a:t>
            </a:r>
          </a:p>
        </p:txBody>
      </p:sp>
      <p:pic>
        <p:nvPicPr>
          <p:cNvPr id="187" name="Google Shape;187;g312c8337b12_0_34">
            <a:extLst>
              <a:ext uri="{FF2B5EF4-FFF2-40B4-BE49-F238E27FC236}">
                <a16:creationId xmlns:a16="http://schemas.microsoft.com/office/drawing/2014/main" id="{CC317922-3808-9757-EEA9-B8578FBEAD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12c8337b12_0_34">
            <a:extLst>
              <a:ext uri="{FF2B5EF4-FFF2-40B4-BE49-F238E27FC236}">
                <a16:creationId xmlns:a16="http://schemas.microsoft.com/office/drawing/2014/main" id="{41892437-42E5-8230-8A4A-23CBB15700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24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56A65D0F-758B-50BA-FC01-FAA5B32695BF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FF41CD22-288C-C74E-FE4A-5DBA3AC2715D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191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D491E5E9-FEDE-A139-649B-BB670D2EC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2c8337b12_0_34">
            <a:extLst>
              <a:ext uri="{FF2B5EF4-FFF2-40B4-BE49-F238E27FC236}">
                <a16:creationId xmlns:a16="http://schemas.microsoft.com/office/drawing/2014/main" id="{B26C3320-C5C3-044E-8A39-F0FD86E065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Summary of Literature Review</a:t>
            </a:r>
            <a:endParaRPr dirty="0">
              <a:latin typeface="Trebuchet MS" panose="020B0603020202020204" pitchFamily="34" charset="0"/>
            </a:endParaRPr>
          </a:p>
        </p:txBody>
      </p:sp>
      <p:sp>
        <p:nvSpPr>
          <p:cNvPr id="185" name="Google Shape;185;g312c8337b12_0_34">
            <a:extLst>
              <a:ext uri="{FF2B5EF4-FFF2-40B4-BE49-F238E27FC236}">
                <a16:creationId xmlns:a16="http://schemas.microsoft.com/office/drawing/2014/main" id="{69A4684C-FAB3-C707-C56F-3522468D7E4A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8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86" name="Google Shape;186;g312c8337b12_0_34">
            <a:extLst>
              <a:ext uri="{FF2B5EF4-FFF2-40B4-BE49-F238E27FC236}">
                <a16:creationId xmlns:a16="http://schemas.microsoft.com/office/drawing/2014/main" id="{8DC1C19E-E937-BD56-36F9-DC002C9350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90230"/>
            <a:ext cx="10515600" cy="496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Deep learning models (CNN, DCNN, spectrogram learning) outperform ML when dataset size or pretrained models (like Wav2Vec2.0) are available.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Emotional tasks influence depressive markers — depressed individuals speak slower, with longer pauses under negative tasks.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Multimodal studies confirm speech alone can detect depression with high accuracy, but combined modalities extend performance.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Overall Conclusion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Speech-based PHQ-8 depression detection is well-validated, with strong evidence supporting prosody + MFCC + ML baselines — exactly matching the direction of our Phase-1 system.</a:t>
            </a:r>
          </a:p>
        </p:txBody>
      </p:sp>
      <p:pic>
        <p:nvPicPr>
          <p:cNvPr id="187" name="Google Shape;187;g312c8337b12_0_34">
            <a:extLst>
              <a:ext uri="{FF2B5EF4-FFF2-40B4-BE49-F238E27FC236}">
                <a16:creationId xmlns:a16="http://schemas.microsoft.com/office/drawing/2014/main" id="{D399EF47-8EA5-294B-7AC9-E2F2420C4A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12c8337b12_0_34">
            <a:extLst>
              <a:ext uri="{FF2B5EF4-FFF2-40B4-BE49-F238E27FC236}">
                <a16:creationId xmlns:a16="http://schemas.microsoft.com/office/drawing/2014/main" id="{6D4AFDA6-8971-0413-0D60-5E737DA9BF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25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01CF74D9-4BC7-2451-B924-7BCD3A9F92EA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8537CDB7-25BC-03AF-01E4-9EDE1D7F6279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0077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5"/>
              </a:buClr>
              <a:buSzPts val="4000"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Research Gaps</a:t>
            </a:r>
            <a:endParaRPr dirty="0">
              <a:latin typeface="Trebuchet MS" panose="020B0603020202020204" pitchFamily="34" charset="0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64" name="Google Shape;164;p5"/>
          <p:cNvSpPr txBox="1">
            <a:spLocks noGrp="1"/>
          </p:cNvSpPr>
          <p:nvPr>
            <p:ph type="body" idx="1"/>
          </p:nvPr>
        </p:nvSpPr>
        <p:spPr>
          <a:xfrm>
            <a:off x="590309" y="1390231"/>
            <a:ext cx="10763491" cy="430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indent="-457200">
              <a:spcBef>
                <a:spcPts val="0"/>
              </a:spcBef>
            </a:pPr>
            <a:r>
              <a:rPr lang="en-US" dirty="0">
                <a:latin typeface="Trebuchet MS" panose="020B0603020202020204" pitchFamily="34" charset="0"/>
              </a:rPr>
              <a:t>Identified Technical Gaps in Existing Literature</a:t>
            </a:r>
          </a:p>
          <a:p>
            <a:pPr marL="914400" indent="-457200">
              <a:spcBef>
                <a:spcPts val="0"/>
              </a:spcBef>
            </a:pPr>
            <a:r>
              <a:rPr lang="en-US" dirty="0">
                <a:latin typeface="Trebuchet MS" panose="020B0603020202020204" pitchFamily="34" charset="0"/>
              </a:rPr>
              <a:t>Cross-cultural and cross-lingual variability is underexplored — most datasets (including DAIC-WOZ) involve only English speakers.</a:t>
            </a:r>
          </a:p>
          <a:p>
            <a:pPr marL="914400" indent="-457200">
              <a:spcBef>
                <a:spcPts val="0"/>
              </a:spcBef>
            </a:pPr>
            <a:r>
              <a:rPr lang="en-US" dirty="0">
                <a:latin typeface="Trebuchet MS" panose="020B0603020202020204" pitchFamily="34" charset="0"/>
              </a:rPr>
              <a:t>PHQ-8 labels contain subjective bias, and exact severity mapping is not always consistent across studies.</a:t>
            </a:r>
          </a:p>
          <a:p>
            <a:pPr marL="914400" indent="-457200">
              <a:spcBef>
                <a:spcPts val="0"/>
              </a:spcBef>
            </a:pPr>
            <a:r>
              <a:rPr lang="en-US" dirty="0">
                <a:latin typeface="Trebuchet MS" panose="020B0603020202020204" pitchFamily="34" charset="0"/>
              </a:rPr>
              <a:t>Dataset Size Limitation: DAIC-WOZ has only ~180 valid interviews, restricting deep-learning generalization.</a:t>
            </a:r>
          </a:p>
          <a:p>
            <a:pPr marL="914400" indent="-457200">
              <a:spcBef>
                <a:spcPts val="0"/>
              </a:spcBef>
            </a:pPr>
            <a:r>
              <a:rPr lang="en-US" dirty="0">
                <a:latin typeface="Trebuchet MS" panose="020B0603020202020204" pitchFamily="34" charset="0"/>
              </a:rPr>
              <a:t>Silence vs. hesitation ambiguity — pauses with different emotional meanings are not clearly differentiated.</a:t>
            </a:r>
          </a:p>
        </p:txBody>
      </p:sp>
      <p:pic>
        <p:nvPicPr>
          <p:cNvPr id="165" name="Google Shape;16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280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26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FCC5309-E74F-821B-90AF-042057D8A66D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FB44DC22-7F86-30E0-434B-37A0155CB461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C394D2B9-DA96-4DD3-8CCC-4792D82D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>
            <a:extLst>
              <a:ext uri="{FF2B5EF4-FFF2-40B4-BE49-F238E27FC236}">
                <a16:creationId xmlns:a16="http://schemas.microsoft.com/office/drawing/2014/main" id="{BC668777-23A3-B13B-2C5D-C0F878EA54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5"/>
              </a:buClr>
              <a:buSzPts val="4000"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Research Gaps</a:t>
            </a:r>
            <a:endParaRPr dirty="0">
              <a:latin typeface="Trebuchet MS" panose="020B0603020202020204" pitchFamily="34" charset="0"/>
            </a:endParaRPr>
          </a:p>
        </p:txBody>
      </p:sp>
      <p:sp>
        <p:nvSpPr>
          <p:cNvPr id="163" name="Google Shape;163;p5">
            <a:extLst>
              <a:ext uri="{FF2B5EF4-FFF2-40B4-BE49-F238E27FC236}">
                <a16:creationId xmlns:a16="http://schemas.microsoft.com/office/drawing/2014/main" id="{7048144A-A499-49C9-9583-C9CCE14A692D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64" name="Google Shape;164;p5">
            <a:extLst>
              <a:ext uri="{FF2B5EF4-FFF2-40B4-BE49-F238E27FC236}">
                <a16:creationId xmlns:a16="http://schemas.microsoft.com/office/drawing/2014/main" id="{360D49AA-C51D-7AA7-B820-D6BB1C888A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0309" y="1390231"/>
            <a:ext cx="10763491" cy="496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indent="-457200">
              <a:spcBef>
                <a:spcPts val="0"/>
              </a:spcBef>
            </a:pPr>
            <a:r>
              <a:rPr lang="en-US" dirty="0">
                <a:latin typeface="Trebuchet MS" panose="020B0603020202020204" pitchFamily="34" charset="0"/>
              </a:rPr>
              <a:t>Limited real-world conversational noise; most datasets are clinically clean, unlike real telehealth audio.</a:t>
            </a:r>
          </a:p>
          <a:p>
            <a:pPr marL="914400" indent="-457200">
              <a:spcBef>
                <a:spcPts val="0"/>
              </a:spcBef>
            </a:pPr>
            <a:r>
              <a:rPr lang="en-US" dirty="0">
                <a:latin typeface="Trebuchet MS" panose="020B0603020202020204" pitchFamily="34" charset="0"/>
              </a:rPr>
              <a:t>Deep learning models require large datasets, whereas depression datasets are small and protected.</a:t>
            </a:r>
          </a:p>
          <a:p>
            <a:pPr marL="914400" indent="-457200">
              <a:spcBef>
                <a:spcPts val="0"/>
              </a:spcBef>
            </a:pPr>
            <a:r>
              <a:rPr lang="en-US" dirty="0">
                <a:latin typeface="Trebuchet MS" panose="020B0603020202020204" pitchFamily="34" charset="0"/>
              </a:rPr>
              <a:t>Lack of Indian-context datasets, speech patterns, and linguistic diversity.</a:t>
            </a:r>
          </a:p>
          <a:p>
            <a:pPr marL="914400" indent="-457200">
              <a:spcBef>
                <a:spcPts val="0"/>
              </a:spcBef>
            </a:pPr>
            <a:r>
              <a:rPr lang="en-US" dirty="0">
                <a:latin typeface="Trebuchet MS" panose="020B0603020202020204" pitchFamily="34" charset="0"/>
              </a:rPr>
              <a:t>Multi-session longitudinal depression tracking is rarely studied — most research relies on single-session interviews.</a:t>
            </a:r>
          </a:p>
          <a:p>
            <a:pPr marL="914400" indent="-457200">
              <a:spcBef>
                <a:spcPts val="0"/>
              </a:spcBef>
            </a:pPr>
            <a:r>
              <a:rPr lang="en-US" dirty="0">
                <a:latin typeface="Trebuchet MS" panose="020B0603020202020204" pitchFamily="34" charset="0"/>
              </a:rPr>
              <a:t>Gap Summary:</a:t>
            </a:r>
          </a:p>
          <a:p>
            <a:pPr marL="1371600" lvl="1" indent="-457200">
              <a:spcBef>
                <a:spcPts val="0"/>
              </a:spcBef>
            </a:pPr>
            <a:r>
              <a:rPr lang="en-US" dirty="0">
                <a:latin typeface="Trebuchet MS" panose="020B0603020202020204" pitchFamily="34" charset="0"/>
              </a:rPr>
              <a:t>Existing systems are strong, but generalization, real-world robustness, and cultural adaptability remain open challenges — shaping our Phase-2 goals.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165" name="Google Shape;165;p5">
            <a:extLst>
              <a:ext uri="{FF2B5EF4-FFF2-40B4-BE49-F238E27FC236}">
                <a16:creationId xmlns:a16="http://schemas.microsoft.com/office/drawing/2014/main" id="{57E54A1F-111E-B00E-446E-17EC7F8257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280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>
            <a:extLst>
              <a:ext uri="{FF2B5EF4-FFF2-40B4-BE49-F238E27FC236}">
                <a16:creationId xmlns:a16="http://schemas.microsoft.com/office/drawing/2014/main" id="{AFBD8BD8-54E9-2108-4D4D-7B0D2968B1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27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4246AAEA-D824-2354-EE78-7077B297C529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942A3FF6-0FEC-B09A-145D-46317C5339B5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2412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D4B44323-20D0-87C3-8C55-F8A1443FB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>
            <a:extLst>
              <a:ext uri="{FF2B5EF4-FFF2-40B4-BE49-F238E27FC236}">
                <a16:creationId xmlns:a16="http://schemas.microsoft.com/office/drawing/2014/main" id="{61C8EA17-E97B-330B-7A3F-013E05DF6A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5"/>
              </a:buClr>
              <a:buSzPts val="4000"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Our Aim</a:t>
            </a:r>
            <a:endParaRPr dirty="0">
              <a:latin typeface="Trebuchet MS" panose="020B0603020202020204" pitchFamily="34" charset="0"/>
            </a:endParaRPr>
          </a:p>
        </p:txBody>
      </p:sp>
      <p:sp>
        <p:nvSpPr>
          <p:cNvPr id="163" name="Google Shape;163;p5">
            <a:extLst>
              <a:ext uri="{FF2B5EF4-FFF2-40B4-BE49-F238E27FC236}">
                <a16:creationId xmlns:a16="http://schemas.microsoft.com/office/drawing/2014/main" id="{F94281D2-DFD4-3EAA-FCA3-3542BDB5FFA2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64" name="Google Shape;164;p5">
            <a:extLst>
              <a:ext uri="{FF2B5EF4-FFF2-40B4-BE49-F238E27FC236}">
                <a16:creationId xmlns:a16="http://schemas.microsoft.com/office/drawing/2014/main" id="{0C423EBE-0CE1-51B2-1624-434D37A367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0309" y="1390231"/>
            <a:ext cx="10763491" cy="496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0">
              <a:spcBef>
                <a:spcPts val="0"/>
              </a:spcBef>
              <a:buNone/>
            </a:pPr>
            <a:r>
              <a:rPr lang="en-IN" b="1" dirty="0">
                <a:latin typeface="Trebuchet MS" panose="020B0603020202020204" pitchFamily="34" charset="0"/>
              </a:rPr>
              <a:t>Primary Aim of the Project</a:t>
            </a:r>
          </a:p>
          <a:p>
            <a:pPr marL="914400" indent="-457200">
              <a:spcBef>
                <a:spcPts val="0"/>
              </a:spcBef>
            </a:pPr>
            <a:r>
              <a:rPr lang="en-IN" dirty="0">
                <a:latin typeface="Trebuchet MS" panose="020B0603020202020204" pitchFamily="34" charset="0"/>
              </a:rPr>
              <a:t>To develop a Phase-1 baseline PHQ-8 depression severity prediction system using audio-only features extracted from the DAIC-WOZ dataset, validated through classical machine learning models.</a:t>
            </a:r>
          </a:p>
          <a:p>
            <a:pPr marL="914400" indent="-457200">
              <a:spcBef>
                <a:spcPts val="0"/>
              </a:spcBef>
            </a:pPr>
            <a:r>
              <a:rPr lang="en-IN" dirty="0">
                <a:latin typeface="Trebuchet MS" panose="020B0603020202020204" pitchFamily="34" charset="0"/>
              </a:rPr>
              <a:t>Specific Contributions:</a:t>
            </a:r>
          </a:p>
          <a:p>
            <a:pPr marL="914400" indent="-457200">
              <a:spcBef>
                <a:spcPts val="0"/>
              </a:spcBef>
            </a:pPr>
            <a:r>
              <a:rPr lang="en-IN" dirty="0">
                <a:latin typeface="Trebuchet MS" panose="020B0603020202020204" pitchFamily="34" charset="0"/>
              </a:rPr>
              <a:t>Build a complete voice-based processing pipeline: preprocessing → feature extraction → classification/regression.</a:t>
            </a:r>
          </a:p>
          <a:p>
            <a:pPr marL="914400" indent="-457200">
              <a:spcBef>
                <a:spcPts val="0"/>
              </a:spcBef>
            </a:pPr>
            <a:r>
              <a:rPr lang="en-IN" dirty="0">
                <a:latin typeface="Trebuchet MS" panose="020B0603020202020204" pitchFamily="34" charset="0"/>
              </a:rPr>
              <a:t>Extract clinically validated features:</a:t>
            </a:r>
          </a:p>
          <a:p>
            <a:pPr marL="914400" indent="-457200">
              <a:spcBef>
                <a:spcPts val="0"/>
              </a:spcBef>
            </a:pPr>
            <a:r>
              <a:rPr lang="en-IN" dirty="0">
                <a:latin typeface="Trebuchet MS" panose="020B0603020202020204" pitchFamily="34" charset="0"/>
              </a:rPr>
              <a:t>MFCCs, Pitch (F0), Jitter, Shimmer, Energy, Silence Ratio, Speech Rate.</a:t>
            </a:r>
          </a:p>
        </p:txBody>
      </p:sp>
      <p:pic>
        <p:nvPicPr>
          <p:cNvPr id="165" name="Google Shape;165;p5">
            <a:extLst>
              <a:ext uri="{FF2B5EF4-FFF2-40B4-BE49-F238E27FC236}">
                <a16:creationId xmlns:a16="http://schemas.microsoft.com/office/drawing/2014/main" id="{59E7D008-4DD9-50AC-27DC-FB729D8F46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280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>
            <a:extLst>
              <a:ext uri="{FF2B5EF4-FFF2-40B4-BE49-F238E27FC236}">
                <a16:creationId xmlns:a16="http://schemas.microsoft.com/office/drawing/2014/main" id="{1A4E013D-D04D-A586-642E-905B3FABD2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28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CD177299-E068-9698-9804-9BE2ED5A867E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A7DBB367-A773-7F1B-6590-7EA073706AD0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914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7AA130A7-96BE-1008-28AF-F898254D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>
            <a:extLst>
              <a:ext uri="{FF2B5EF4-FFF2-40B4-BE49-F238E27FC236}">
                <a16:creationId xmlns:a16="http://schemas.microsoft.com/office/drawing/2014/main" id="{0752053B-B8AB-760E-F516-3437C99441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5"/>
              </a:buClr>
              <a:buSzPts val="4000"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Our Aim</a:t>
            </a:r>
            <a:endParaRPr dirty="0">
              <a:latin typeface="Trebuchet MS" panose="020B0603020202020204" pitchFamily="34" charset="0"/>
            </a:endParaRPr>
          </a:p>
        </p:txBody>
      </p:sp>
      <p:sp>
        <p:nvSpPr>
          <p:cNvPr id="163" name="Google Shape;163;p5">
            <a:extLst>
              <a:ext uri="{FF2B5EF4-FFF2-40B4-BE49-F238E27FC236}">
                <a16:creationId xmlns:a16="http://schemas.microsoft.com/office/drawing/2014/main" id="{8A37EF0E-6F3E-C4DE-89C8-1CA4C2360B7E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64" name="Google Shape;164;p5">
            <a:extLst>
              <a:ext uri="{FF2B5EF4-FFF2-40B4-BE49-F238E27FC236}">
                <a16:creationId xmlns:a16="http://schemas.microsoft.com/office/drawing/2014/main" id="{D396625F-D319-496C-B390-60E1582FDC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0309" y="1390231"/>
            <a:ext cx="10763491" cy="496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0">
              <a:spcBef>
                <a:spcPts val="0"/>
              </a:spcBef>
              <a:buNone/>
            </a:pPr>
            <a:r>
              <a:rPr lang="en-IN" b="1" dirty="0">
                <a:latin typeface="Trebuchet MS" panose="020B0603020202020204" pitchFamily="34" charset="0"/>
              </a:rPr>
              <a:t>Primary Aim of the Project</a:t>
            </a:r>
          </a:p>
          <a:p>
            <a:pPr marL="914400" indent="-457200">
              <a:spcBef>
                <a:spcPts val="0"/>
              </a:spcBef>
            </a:pPr>
            <a:r>
              <a:rPr lang="en-IN" dirty="0">
                <a:latin typeface="Trebuchet MS" panose="020B0603020202020204" pitchFamily="34" charset="0"/>
              </a:rPr>
              <a:t>Train and benchmark ML models (SVM, Random Forest, </a:t>
            </a:r>
            <a:r>
              <a:rPr lang="en-IN" dirty="0" err="1">
                <a:latin typeface="Trebuchet MS" panose="020B0603020202020204" pitchFamily="34" charset="0"/>
              </a:rPr>
              <a:t>XGBoost</a:t>
            </a:r>
            <a:r>
              <a:rPr lang="en-IN" dirty="0">
                <a:latin typeface="Trebuchet MS" panose="020B0603020202020204" pitchFamily="34" charset="0"/>
              </a:rPr>
              <a:t>) on PHQ-8 severity prediction.</a:t>
            </a:r>
          </a:p>
          <a:p>
            <a:pPr marL="914400" indent="-457200">
              <a:spcBef>
                <a:spcPts val="0"/>
              </a:spcBef>
            </a:pPr>
            <a:r>
              <a:rPr lang="en-IN" dirty="0">
                <a:latin typeface="Trebuchet MS" panose="020B0603020202020204" pitchFamily="34" charset="0"/>
              </a:rPr>
              <a:t>Establish a generalizable, modular pipeline for Phase-2 deep learning (CNN, spectrogram models, Wav2Vec2).</a:t>
            </a:r>
          </a:p>
          <a:p>
            <a:pPr marL="914400" indent="-457200">
              <a:spcBef>
                <a:spcPts val="0"/>
              </a:spcBef>
            </a:pPr>
            <a:r>
              <a:rPr lang="en-IN" dirty="0">
                <a:latin typeface="Trebuchet MS" panose="020B0603020202020204" pitchFamily="34" charset="0"/>
              </a:rPr>
              <a:t>Prepare the system for future multilingual and emotional-speech extensions without overcommitting in Phase-1.</a:t>
            </a:r>
          </a:p>
          <a:p>
            <a:pPr marL="914400" indent="-457200">
              <a:spcBef>
                <a:spcPts val="0"/>
              </a:spcBef>
            </a:pPr>
            <a:endParaRPr lang="en-IN" dirty="0">
              <a:latin typeface="Trebuchet MS" panose="020B0603020202020204" pitchFamily="34" charset="0"/>
            </a:endParaRPr>
          </a:p>
          <a:p>
            <a:pPr indent="0">
              <a:spcBef>
                <a:spcPts val="0"/>
              </a:spcBef>
              <a:buNone/>
            </a:pPr>
            <a:r>
              <a:rPr lang="en-IN" b="1" dirty="0">
                <a:latin typeface="Trebuchet MS" panose="020B0603020202020204" pitchFamily="34" charset="0"/>
              </a:rPr>
              <a:t>Outcome:</a:t>
            </a:r>
          </a:p>
          <a:p>
            <a:pPr marL="914400" indent="-457200">
              <a:spcBef>
                <a:spcPts val="0"/>
              </a:spcBef>
            </a:pPr>
            <a:r>
              <a:rPr lang="en-IN" dirty="0">
                <a:latin typeface="Trebuchet MS" panose="020B0603020202020204" pitchFamily="34" charset="0"/>
              </a:rPr>
              <a:t>A validated, computationally lightweight, accurate baseline depression screening model suitable for expansion into real-time clinical and telehealth applications.</a:t>
            </a:r>
          </a:p>
        </p:txBody>
      </p:sp>
      <p:pic>
        <p:nvPicPr>
          <p:cNvPr id="165" name="Google Shape;165;p5">
            <a:extLst>
              <a:ext uri="{FF2B5EF4-FFF2-40B4-BE49-F238E27FC236}">
                <a16:creationId xmlns:a16="http://schemas.microsoft.com/office/drawing/2014/main" id="{810F603C-D4FD-0A3C-A1AE-C4BA1FCB2B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280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>
            <a:extLst>
              <a:ext uri="{FF2B5EF4-FFF2-40B4-BE49-F238E27FC236}">
                <a16:creationId xmlns:a16="http://schemas.microsoft.com/office/drawing/2014/main" id="{BB2B1E48-40E2-3510-1BD5-A40C2C6EA4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29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EF290222-D38C-ED88-8F14-3ADAEBBA636F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3BEE8650-DFC7-754E-365D-70976113E717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1863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175e81ff8a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Challenges</a:t>
            </a:r>
            <a:endParaRPr dirty="0">
              <a:latin typeface="Trebuchet MS" panose="020B0603020202020204" pitchFamily="34" charset="0"/>
            </a:endParaRPr>
          </a:p>
        </p:txBody>
      </p:sp>
      <p:sp>
        <p:nvSpPr>
          <p:cNvPr id="196" name="Google Shape;196;g3175e81ff8a_0_0"/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8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97" name="Google Shape;197;g3175e81ff8a_0_0"/>
          <p:cNvSpPr txBox="1">
            <a:spLocks noGrp="1"/>
          </p:cNvSpPr>
          <p:nvPr>
            <p:ph type="body" idx="1"/>
          </p:nvPr>
        </p:nvSpPr>
        <p:spPr>
          <a:xfrm>
            <a:off x="838200" y="1390231"/>
            <a:ext cx="10515600" cy="478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177800" indent="0">
              <a:buSzPts val="2800"/>
              <a:buNone/>
            </a:pPr>
            <a:r>
              <a:rPr lang="en-US" b="1" dirty="0">
                <a:latin typeface="Trebuchet MS" panose="020B0603020202020204" pitchFamily="34" charset="0"/>
              </a:rPr>
              <a:t>Data Challenges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Small dataset size (~185 interviews) → limits deep learning.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Imbalanced PHQ-8 scores, few samples in severe category.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Scrubbed audio segments require careful handling during preprocessing.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Non-uniform audio quality due to participant speaking styles and microphone distance.</a:t>
            </a:r>
          </a:p>
          <a:p>
            <a:pPr marL="177800" indent="0">
              <a:buSzPts val="2800"/>
              <a:buNone/>
            </a:pPr>
            <a:r>
              <a:rPr lang="en-US" b="1" dirty="0">
                <a:latin typeface="Trebuchet MS" panose="020B0603020202020204" pitchFamily="34" charset="0"/>
              </a:rPr>
              <a:t>Feature Challenges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High intra-speaker variability: mood, stress, tiredness affect voice.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Silence ambiguousness: pauses may indicate hesitation, sadness, or thinking.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Pitch tracking errors during unvoiced segments.</a:t>
            </a:r>
          </a:p>
        </p:txBody>
      </p:sp>
      <p:pic>
        <p:nvPicPr>
          <p:cNvPr id="198" name="Google Shape;198;g3175e81ff8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2869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175e81ff8a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30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AD3D2361-218C-B02B-D80C-D03F8C540B0E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5890A8AA-2131-33E0-604F-C34DD22FF820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ADD03FE2-4660-645F-A4CC-82528BD6A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175e81ff8a_0_0">
            <a:extLst>
              <a:ext uri="{FF2B5EF4-FFF2-40B4-BE49-F238E27FC236}">
                <a16:creationId xmlns:a16="http://schemas.microsoft.com/office/drawing/2014/main" id="{0C80515C-5643-E9AA-4A35-0D1784258B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Challenges</a:t>
            </a:r>
            <a:endParaRPr dirty="0">
              <a:latin typeface="Trebuchet MS" panose="020B0603020202020204" pitchFamily="34" charset="0"/>
            </a:endParaRPr>
          </a:p>
        </p:txBody>
      </p:sp>
      <p:sp>
        <p:nvSpPr>
          <p:cNvPr id="196" name="Google Shape;196;g3175e81ff8a_0_0">
            <a:extLst>
              <a:ext uri="{FF2B5EF4-FFF2-40B4-BE49-F238E27FC236}">
                <a16:creationId xmlns:a16="http://schemas.microsoft.com/office/drawing/2014/main" id="{FFD74E26-D8ED-3D3C-47C6-1874D9D3E97E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8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97" name="Google Shape;197;g3175e81ff8a_0_0">
            <a:extLst>
              <a:ext uri="{FF2B5EF4-FFF2-40B4-BE49-F238E27FC236}">
                <a16:creationId xmlns:a16="http://schemas.microsoft.com/office/drawing/2014/main" id="{6AC4E66F-E83E-60C3-4290-C653CA190B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90231"/>
            <a:ext cx="10515600" cy="478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177800" indent="0">
              <a:buSzPts val="2800"/>
              <a:buNone/>
            </a:pPr>
            <a:r>
              <a:rPr lang="en-US" b="1" dirty="0">
                <a:latin typeface="Trebuchet MS" panose="020B0603020202020204" pitchFamily="34" charset="0"/>
              </a:rPr>
              <a:t>Modeling Challenges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Overfitting risk due to limited data.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Generalization difficulty across participants with different speaking patterns.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Classical ML models require strong preprocessing and stable feature scaling.</a:t>
            </a:r>
          </a:p>
          <a:p>
            <a:pPr marL="177800" indent="0">
              <a:buSzPts val="2800"/>
              <a:buNone/>
            </a:pPr>
            <a:r>
              <a:rPr lang="en-US" b="1" dirty="0">
                <a:latin typeface="Trebuchet MS" panose="020B0603020202020204" pitchFamily="34" charset="0"/>
              </a:rPr>
              <a:t>Real-World Challenges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Noise, echo, outdoor sounds in real-life audio are not present in DAIC-WOZ.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Accents and speaking rates differ across regions (future multilingual issue).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Clinical reliability: output must be treated as assistive screening, not medical diagnosis.</a:t>
            </a:r>
          </a:p>
        </p:txBody>
      </p:sp>
      <p:pic>
        <p:nvPicPr>
          <p:cNvPr id="198" name="Google Shape;198;g3175e81ff8a_0_0">
            <a:extLst>
              <a:ext uri="{FF2B5EF4-FFF2-40B4-BE49-F238E27FC236}">
                <a16:creationId xmlns:a16="http://schemas.microsoft.com/office/drawing/2014/main" id="{1BF87E21-232B-FBE2-3B91-21A6681DED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2869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175e81ff8a_0_0">
            <a:extLst>
              <a:ext uri="{FF2B5EF4-FFF2-40B4-BE49-F238E27FC236}">
                <a16:creationId xmlns:a16="http://schemas.microsoft.com/office/drawing/2014/main" id="{E08168AC-B596-2B60-B744-6C910A5DF8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31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6206FB8-D1C9-54AE-A0DC-5D2230740905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3DB6BFAD-3B91-E7C7-92D7-E0A1AD4FDB93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0957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A180519B-8A34-69FB-DED3-2035942B3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175e81ff8a_0_0">
            <a:extLst>
              <a:ext uri="{FF2B5EF4-FFF2-40B4-BE49-F238E27FC236}">
                <a16:creationId xmlns:a16="http://schemas.microsoft.com/office/drawing/2014/main" id="{56F7F69D-7BFD-F535-F8E6-A031334A23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Applications / Use Cases</a:t>
            </a:r>
            <a:endParaRPr dirty="0">
              <a:latin typeface="Trebuchet MS" panose="020B0603020202020204" pitchFamily="34" charset="0"/>
            </a:endParaRPr>
          </a:p>
        </p:txBody>
      </p:sp>
      <p:sp>
        <p:nvSpPr>
          <p:cNvPr id="196" name="Google Shape;196;g3175e81ff8a_0_0">
            <a:extLst>
              <a:ext uri="{FF2B5EF4-FFF2-40B4-BE49-F238E27FC236}">
                <a16:creationId xmlns:a16="http://schemas.microsoft.com/office/drawing/2014/main" id="{AB79F9DD-BD5E-BA8E-0586-F6D482D60A49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8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97" name="Google Shape;197;g3175e81ff8a_0_0">
            <a:extLst>
              <a:ext uri="{FF2B5EF4-FFF2-40B4-BE49-F238E27FC236}">
                <a16:creationId xmlns:a16="http://schemas.microsoft.com/office/drawing/2014/main" id="{01F1D714-BC5E-F8FD-30B5-951C7E5A34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6950"/>
            <a:ext cx="10515600" cy="4629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indent="0">
              <a:buSzPts val="2800"/>
              <a:buNone/>
            </a:pPr>
            <a:r>
              <a:rPr lang="en-IN" b="1" dirty="0">
                <a:latin typeface="Trebuchet MS" panose="020B0603020202020204" pitchFamily="34" charset="0"/>
              </a:rPr>
              <a:t>Clinical:</a:t>
            </a:r>
            <a:endParaRPr lang="en-IN" dirty="0">
              <a:latin typeface="Trebuchet MS" panose="020B0603020202020204" pitchFamily="34" charset="0"/>
            </a:endParaRP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Early screening in hospitals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Telemedicine depression assessment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Monitoring rehabilitation progress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Faster triage for psychologists</a:t>
            </a:r>
          </a:p>
          <a:p>
            <a:pPr marL="635000" indent="-457200">
              <a:buSzPts val="2800"/>
            </a:pPr>
            <a:r>
              <a:rPr lang="en-IN" dirty="0">
                <a:latin typeface="Trebuchet MS" panose="020B0603020202020204" pitchFamily="34" charset="0"/>
              </a:rPr>
              <a:t>Objective voice-based biomarkers</a:t>
            </a:r>
            <a:endParaRPr dirty="0">
              <a:latin typeface="Trebuchet MS" panose="020B0603020202020204" pitchFamily="34" charset="0"/>
            </a:endParaRPr>
          </a:p>
        </p:txBody>
      </p:sp>
      <p:pic>
        <p:nvPicPr>
          <p:cNvPr id="198" name="Google Shape;198;g3175e81ff8a_0_0">
            <a:extLst>
              <a:ext uri="{FF2B5EF4-FFF2-40B4-BE49-F238E27FC236}">
                <a16:creationId xmlns:a16="http://schemas.microsoft.com/office/drawing/2014/main" id="{CC3E942C-53DA-A44F-1663-6AD8ED2A06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2869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175e81ff8a_0_0">
            <a:extLst>
              <a:ext uri="{FF2B5EF4-FFF2-40B4-BE49-F238E27FC236}">
                <a16:creationId xmlns:a16="http://schemas.microsoft.com/office/drawing/2014/main" id="{82B7BE2E-948A-8879-C86E-4148B326C4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32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5FA07370-E329-1F01-9073-8997FEC10929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4248B4BE-066A-FFD8-BAFF-24D0617C31F0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7024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C2E60C6F-FA5F-9C8E-6FBD-DFF7D558C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175e81ff8a_0_0">
            <a:extLst>
              <a:ext uri="{FF2B5EF4-FFF2-40B4-BE49-F238E27FC236}">
                <a16:creationId xmlns:a16="http://schemas.microsoft.com/office/drawing/2014/main" id="{CDB37696-1CA6-46C5-A83E-FE8E0DBAD6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Applications / Use Cases</a:t>
            </a:r>
            <a:endParaRPr dirty="0">
              <a:latin typeface="Trebuchet MS" panose="020B0603020202020204" pitchFamily="34" charset="0"/>
            </a:endParaRPr>
          </a:p>
        </p:txBody>
      </p:sp>
      <p:sp>
        <p:nvSpPr>
          <p:cNvPr id="196" name="Google Shape;196;g3175e81ff8a_0_0">
            <a:extLst>
              <a:ext uri="{FF2B5EF4-FFF2-40B4-BE49-F238E27FC236}">
                <a16:creationId xmlns:a16="http://schemas.microsoft.com/office/drawing/2014/main" id="{318AEAF6-1549-B070-3F20-DDD20F8E0D5E}"/>
              </a:ext>
            </a:extLst>
          </p:cNvPr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8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97" name="Google Shape;197;g3175e81ff8a_0_0">
            <a:extLst>
              <a:ext uri="{FF2B5EF4-FFF2-40B4-BE49-F238E27FC236}">
                <a16:creationId xmlns:a16="http://schemas.microsoft.com/office/drawing/2014/main" id="{C51E240A-7B50-74F9-B73B-32EC70D4A5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6950"/>
            <a:ext cx="10515600" cy="4629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indent="0">
              <a:buSzPts val="2800"/>
              <a:buNone/>
            </a:pPr>
            <a:r>
              <a:rPr lang="en-IN" b="1" dirty="0">
                <a:latin typeface="Trebuchet MS" panose="020B0603020202020204" pitchFamily="34" charset="0"/>
              </a:rPr>
              <a:t>Non-Clinical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University counseling centers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Corporate mental wellness platforms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AI chat assistants detecting distress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Mood-aware learning systems</a:t>
            </a:r>
          </a:p>
          <a:p>
            <a:pPr marL="635000" indent="-457200">
              <a:buSzPts val="2800"/>
            </a:pPr>
            <a:r>
              <a:rPr lang="en-US" dirty="0">
                <a:latin typeface="Trebuchet MS" panose="020B0603020202020204" pitchFamily="34" charset="0"/>
              </a:rPr>
              <a:t>Smart devices with emotional intelligence</a:t>
            </a:r>
            <a:endParaRPr dirty="0">
              <a:latin typeface="Trebuchet MS" panose="020B0603020202020204" pitchFamily="34" charset="0"/>
            </a:endParaRPr>
          </a:p>
        </p:txBody>
      </p:sp>
      <p:pic>
        <p:nvPicPr>
          <p:cNvPr id="198" name="Google Shape;198;g3175e81ff8a_0_0">
            <a:extLst>
              <a:ext uri="{FF2B5EF4-FFF2-40B4-BE49-F238E27FC236}">
                <a16:creationId xmlns:a16="http://schemas.microsoft.com/office/drawing/2014/main" id="{A2BBE4E5-93F1-9ABB-7DD2-8A58799120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2869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175e81ff8a_0_0">
            <a:extLst>
              <a:ext uri="{FF2B5EF4-FFF2-40B4-BE49-F238E27FC236}">
                <a16:creationId xmlns:a16="http://schemas.microsoft.com/office/drawing/2014/main" id="{5A154CF6-EA92-63D3-0415-C05581D4C2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33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C744C47A-0483-DA15-9980-400029BE11F8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DD49956A-A888-2A4F-3F9C-E799358D4B31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738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References</a:t>
            </a:r>
            <a:endParaRPr b="1" dirty="0">
              <a:solidFill>
                <a:schemeClr val="accent5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FD275B-976A-A0F6-CA7F-62CBE4DBB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0230"/>
            <a:ext cx="10515600" cy="4966119"/>
          </a:xfrm>
        </p:spPr>
        <p:txBody>
          <a:bodyPr>
            <a:normAutofit fontScale="85000" lnSpcReduction="20000"/>
          </a:bodyPr>
          <a:lstStyle/>
          <a:p>
            <a:r>
              <a:rPr lang="en-IN" dirty="0">
                <a:latin typeface="Trebuchet MS" panose="020B0603020202020204" pitchFamily="34" charset="0"/>
              </a:rPr>
              <a:t>Williamson et al., 2016 — Multimodal Depression Indicators Williamson, J. R., </a:t>
            </a:r>
            <a:r>
              <a:rPr lang="en-IN" dirty="0" err="1">
                <a:latin typeface="Trebuchet MS" panose="020B0603020202020204" pitchFamily="34" charset="0"/>
              </a:rPr>
              <a:t>Quatieri</a:t>
            </a:r>
            <a:r>
              <a:rPr lang="en-IN" dirty="0">
                <a:latin typeface="Trebuchet MS" panose="020B0603020202020204" pitchFamily="34" charset="0"/>
              </a:rPr>
              <a:t>, T. F., Helfer, B., Ciccarelli, G., &amp; Mehta, D. </a:t>
            </a:r>
            <a:r>
              <a:rPr lang="en-IN" dirty="0" err="1">
                <a:latin typeface="Trebuchet MS" panose="020B0603020202020204" pitchFamily="34" charset="0"/>
              </a:rPr>
              <a:t>D.“Multimodal</a:t>
            </a:r>
            <a:r>
              <a:rPr lang="en-IN" dirty="0">
                <a:latin typeface="Trebuchet MS" panose="020B0603020202020204" pitchFamily="34" charset="0"/>
              </a:rPr>
              <a:t> indicators of depression from facial, vocal, and </a:t>
            </a:r>
            <a:r>
              <a:rPr lang="en-IN" dirty="0" err="1">
                <a:latin typeface="Trebuchet MS" panose="020B0603020202020204" pitchFamily="34" charset="0"/>
              </a:rPr>
              <a:t>behavioral</a:t>
            </a:r>
            <a:r>
              <a:rPr lang="en-IN" dirty="0">
                <a:latin typeface="Trebuchet MS" panose="020B0603020202020204" pitchFamily="34" charset="0"/>
              </a:rPr>
              <a:t> </a:t>
            </a:r>
            <a:r>
              <a:rPr lang="en-IN" dirty="0" err="1">
                <a:latin typeface="Trebuchet MS" panose="020B0603020202020204" pitchFamily="34" charset="0"/>
              </a:rPr>
              <a:t>cues.”AVEC</a:t>
            </a:r>
            <a:r>
              <a:rPr lang="en-IN" dirty="0">
                <a:latin typeface="Trebuchet MS" panose="020B0603020202020204" pitchFamily="34" charset="0"/>
              </a:rPr>
              <a:t> 2016 Workshop, Massachusetts Institute of Technology (MIT), 2016.</a:t>
            </a:r>
          </a:p>
          <a:p>
            <a:r>
              <a:rPr lang="en-IN" dirty="0">
                <a:latin typeface="Trebuchet MS" panose="020B0603020202020204" pitchFamily="34" charset="0"/>
              </a:rPr>
              <a:t>Yang et al., 2012 — Prosodic Cues in Depression Yang, Y., Fairbairn, C. E., &amp; Cohn, J. </a:t>
            </a:r>
            <a:r>
              <a:rPr lang="en-IN" dirty="0" err="1">
                <a:latin typeface="Trebuchet MS" panose="020B0603020202020204" pitchFamily="34" charset="0"/>
              </a:rPr>
              <a:t>F.“Detecting</a:t>
            </a:r>
            <a:r>
              <a:rPr lang="en-IN" dirty="0">
                <a:latin typeface="Trebuchet MS" panose="020B0603020202020204" pitchFamily="34" charset="0"/>
              </a:rPr>
              <a:t> depression severity from vocal </a:t>
            </a:r>
            <a:r>
              <a:rPr lang="en-IN" dirty="0" err="1">
                <a:latin typeface="Trebuchet MS" panose="020B0603020202020204" pitchFamily="34" charset="0"/>
              </a:rPr>
              <a:t>prosody.”IEEE</a:t>
            </a:r>
            <a:r>
              <a:rPr lang="en-IN" dirty="0">
                <a:latin typeface="Trebuchet MS" panose="020B0603020202020204" pitchFamily="34" charset="0"/>
              </a:rPr>
              <a:t> Transactions on Affective Computing, University of Pittsburgh, 2012.</a:t>
            </a:r>
          </a:p>
          <a:p>
            <a:r>
              <a:rPr lang="en-IN" dirty="0">
                <a:latin typeface="Trebuchet MS" panose="020B0603020202020204" pitchFamily="34" charset="0"/>
              </a:rPr>
              <a:t>Wu et al., 2020 — Ensemble CNNs for Depression Wu, J., Abdel-Wahab, M., &amp; Xu, </a:t>
            </a:r>
            <a:r>
              <a:rPr lang="en-IN" dirty="0" err="1">
                <a:latin typeface="Trebuchet MS" panose="020B0603020202020204" pitchFamily="34" charset="0"/>
              </a:rPr>
              <a:t>W.“Deep</a:t>
            </a:r>
            <a:r>
              <a:rPr lang="en-IN" dirty="0">
                <a:latin typeface="Trebuchet MS" panose="020B0603020202020204" pitchFamily="34" charset="0"/>
              </a:rPr>
              <a:t> convolutional networks for depression detection from speech </a:t>
            </a:r>
            <a:r>
              <a:rPr lang="en-IN" dirty="0" err="1">
                <a:latin typeface="Trebuchet MS" panose="020B0603020202020204" pitchFamily="34" charset="0"/>
              </a:rPr>
              <a:t>spectrograms.”IEEE</a:t>
            </a:r>
            <a:r>
              <a:rPr lang="en-IN" dirty="0">
                <a:latin typeface="Trebuchet MS" panose="020B0603020202020204" pitchFamily="34" charset="0"/>
              </a:rPr>
              <a:t>/ACM Transactions on Audio, Speech, and Language Processing, SUNY Buffalo, 2020.</a:t>
            </a:r>
          </a:p>
          <a:p>
            <a:r>
              <a:rPr lang="en-IN" dirty="0">
                <a:latin typeface="Trebuchet MS" panose="020B0603020202020204" pitchFamily="34" charset="0"/>
              </a:rPr>
              <a:t>Scherer et al., 2017 — Stacking Ensemble Framework Scherer, S., </a:t>
            </a:r>
            <a:r>
              <a:rPr lang="en-IN" dirty="0" err="1">
                <a:latin typeface="Trebuchet MS" panose="020B0603020202020204" pitchFamily="34" charset="0"/>
              </a:rPr>
              <a:t>Stratou</a:t>
            </a:r>
            <a:r>
              <a:rPr lang="en-IN" dirty="0">
                <a:latin typeface="Trebuchet MS" panose="020B0603020202020204" pitchFamily="34" charset="0"/>
              </a:rPr>
              <a:t>, G., Mahmoud, M., Boberg, J., &amp; Gratch, </a:t>
            </a:r>
            <a:r>
              <a:rPr lang="en-IN" dirty="0" err="1">
                <a:latin typeface="Trebuchet MS" panose="020B0603020202020204" pitchFamily="34" charset="0"/>
              </a:rPr>
              <a:t>J.“Automatic</a:t>
            </a:r>
            <a:r>
              <a:rPr lang="en-IN" dirty="0">
                <a:latin typeface="Trebuchet MS" panose="020B0603020202020204" pitchFamily="34" charset="0"/>
              </a:rPr>
              <a:t> audiovisual depression analysis using </a:t>
            </a:r>
            <a:r>
              <a:rPr lang="en-IN" dirty="0" err="1">
                <a:latin typeface="Trebuchet MS" panose="020B0603020202020204" pitchFamily="34" charset="0"/>
              </a:rPr>
              <a:t>openSMILE</a:t>
            </a:r>
            <a:r>
              <a:rPr lang="en-IN" dirty="0">
                <a:latin typeface="Trebuchet MS" panose="020B0603020202020204" pitchFamily="34" charset="0"/>
              </a:rPr>
              <a:t> and stacking </a:t>
            </a:r>
            <a:r>
              <a:rPr lang="en-IN" dirty="0" err="1">
                <a:latin typeface="Trebuchet MS" panose="020B0603020202020204" pitchFamily="34" charset="0"/>
              </a:rPr>
              <a:t>classifiers.”AVEC</a:t>
            </a:r>
            <a:r>
              <a:rPr lang="en-IN" dirty="0">
                <a:latin typeface="Trebuchet MS" panose="020B0603020202020204" pitchFamily="34" charset="0"/>
              </a:rPr>
              <a:t> 2017, University of Southern California (USC), 2017.</a:t>
            </a:r>
          </a:p>
        </p:txBody>
      </p:sp>
      <p:sp>
        <p:nvSpPr>
          <p:cNvPr id="231" name="Google Shape;231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34</a:t>
            </a:fld>
            <a:endParaRPr>
              <a:latin typeface="Trebuchet MS" panose="020B0603020202020204" pitchFamily="34" charset="0"/>
            </a:endParaRPr>
          </a:p>
        </p:txBody>
      </p:sp>
      <p:pic>
        <p:nvPicPr>
          <p:cNvPr id="229" name="Google Shape;22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280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D13C575B-15B9-4DDB-22EA-A6B0C255380C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5" name="Google Shape;96;p3">
            <a:extLst>
              <a:ext uri="{FF2B5EF4-FFF2-40B4-BE49-F238E27FC236}">
                <a16:creationId xmlns:a16="http://schemas.microsoft.com/office/drawing/2014/main" id="{B5D3D98E-A14E-A227-B49E-08E517FB50E4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528FA182-1496-1ADE-043D-E048EDC11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>
            <a:extLst>
              <a:ext uri="{FF2B5EF4-FFF2-40B4-BE49-F238E27FC236}">
                <a16:creationId xmlns:a16="http://schemas.microsoft.com/office/drawing/2014/main" id="{EAD40538-BAE7-EB25-DBE3-3B389E3F91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References</a:t>
            </a:r>
            <a:endParaRPr b="1" dirty="0">
              <a:solidFill>
                <a:schemeClr val="accent5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F967F3-52B4-D926-BE0E-A535E7F4F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0230"/>
            <a:ext cx="10730948" cy="4966119"/>
          </a:xfrm>
        </p:spPr>
        <p:txBody>
          <a:bodyPr>
            <a:noAutofit/>
          </a:bodyPr>
          <a:lstStyle/>
          <a:p>
            <a:r>
              <a:rPr lang="en-IN" sz="2200" dirty="0" err="1">
                <a:latin typeface="Trebuchet MS" panose="020B0603020202020204" pitchFamily="34" charset="0"/>
              </a:rPr>
              <a:t>Elgendi</a:t>
            </a:r>
            <a:r>
              <a:rPr lang="en-IN" sz="2200" dirty="0">
                <a:latin typeface="Trebuchet MS" panose="020B0603020202020204" pitchFamily="34" charset="0"/>
              </a:rPr>
              <a:t> et al., 2021 — DCNN with Combined Voice Features </a:t>
            </a:r>
            <a:r>
              <a:rPr lang="en-IN" sz="2200" dirty="0" err="1">
                <a:latin typeface="Trebuchet MS" panose="020B0603020202020204" pitchFamily="34" charset="0"/>
              </a:rPr>
              <a:t>Elgendi</a:t>
            </a:r>
            <a:r>
              <a:rPr lang="en-IN" sz="2200" dirty="0">
                <a:latin typeface="Trebuchet MS" panose="020B0603020202020204" pitchFamily="34" charset="0"/>
              </a:rPr>
              <a:t>, M., Halawa, N., Mohamed, A., &amp; Fletcher, </a:t>
            </a:r>
            <a:r>
              <a:rPr lang="en-IN" sz="2200" dirty="0" err="1">
                <a:latin typeface="Trebuchet MS" panose="020B0603020202020204" pitchFamily="34" charset="0"/>
              </a:rPr>
              <a:t>R.“Detecting</a:t>
            </a:r>
            <a:r>
              <a:rPr lang="en-IN" sz="2200" dirty="0">
                <a:latin typeface="Trebuchet MS" panose="020B0603020202020204" pitchFamily="34" charset="0"/>
              </a:rPr>
              <a:t> major depressive disorder from speech using deep convolutional neural </a:t>
            </a:r>
            <a:r>
              <a:rPr lang="en-IN" sz="2200" dirty="0" err="1">
                <a:latin typeface="Trebuchet MS" panose="020B0603020202020204" pitchFamily="34" charset="0"/>
              </a:rPr>
              <a:t>networks.”Biomedical</a:t>
            </a:r>
            <a:r>
              <a:rPr lang="en-IN" sz="2200" dirty="0">
                <a:latin typeface="Trebuchet MS" panose="020B0603020202020204" pitchFamily="34" charset="0"/>
              </a:rPr>
              <a:t> Signal Processing and Control, University of Ottawa, 2021.</a:t>
            </a:r>
          </a:p>
          <a:p>
            <a:r>
              <a:rPr lang="en-IN" sz="2200" dirty="0" err="1">
                <a:latin typeface="Trebuchet MS" panose="020B0603020202020204" pitchFamily="34" charset="0"/>
              </a:rPr>
              <a:t>Valstar</a:t>
            </a:r>
            <a:r>
              <a:rPr lang="en-IN" sz="2200" dirty="0">
                <a:latin typeface="Trebuchet MS" panose="020B0603020202020204" pitchFamily="34" charset="0"/>
              </a:rPr>
              <a:t> et al., 2014 — Emotional Speech &amp; Depression (AVEC 2014) </a:t>
            </a:r>
            <a:r>
              <a:rPr lang="en-IN" sz="2200" dirty="0" err="1">
                <a:latin typeface="Trebuchet MS" panose="020B0603020202020204" pitchFamily="34" charset="0"/>
              </a:rPr>
              <a:t>Valstar</a:t>
            </a:r>
            <a:r>
              <a:rPr lang="en-IN" sz="2200" dirty="0">
                <a:latin typeface="Trebuchet MS" panose="020B0603020202020204" pitchFamily="34" charset="0"/>
              </a:rPr>
              <a:t>, M., Schuller, B., Smith, K., Eyben, F., &amp; Cowie, R.“AVEC 2014: 3D affect, mood and depression recognition </a:t>
            </a:r>
            <a:r>
              <a:rPr lang="en-IN" sz="2200" dirty="0" err="1">
                <a:latin typeface="Trebuchet MS" panose="020B0603020202020204" pitchFamily="34" charset="0"/>
              </a:rPr>
              <a:t>challenge.”ACM</a:t>
            </a:r>
            <a:r>
              <a:rPr lang="en-IN" sz="2200" dirty="0">
                <a:latin typeface="Trebuchet MS" panose="020B0603020202020204" pitchFamily="34" charset="0"/>
              </a:rPr>
              <a:t> Multimedia, University of Nottingham &amp; TU München, 2014.</a:t>
            </a:r>
          </a:p>
          <a:p>
            <a:r>
              <a:rPr lang="en-IN" sz="2200" dirty="0">
                <a:latin typeface="Trebuchet MS" panose="020B0603020202020204" pitchFamily="34" charset="0"/>
              </a:rPr>
              <a:t>Cohn et al., 2016 — Multimodal Depression </a:t>
            </a:r>
            <a:r>
              <a:rPr lang="en-IN" sz="2200" dirty="0" err="1">
                <a:latin typeface="Trebuchet MS" panose="020B0603020202020204" pitchFamily="34" charset="0"/>
              </a:rPr>
              <a:t>DetectionCohn</a:t>
            </a:r>
            <a:r>
              <a:rPr lang="en-IN" sz="2200" dirty="0">
                <a:latin typeface="Trebuchet MS" panose="020B0603020202020204" pitchFamily="34" charset="0"/>
              </a:rPr>
              <a:t>, J. F., </a:t>
            </a:r>
            <a:r>
              <a:rPr lang="en-IN" sz="2200" dirty="0" err="1">
                <a:latin typeface="Trebuchet MS" panose="020B0603020202020204" pitchFamily="34" charset="0"/>
              </a:rPr>
              <a:t>Valstar</a:t>
            </a:r>
            <a:r>
              <a:rPr lang="en-IN" sz="2200" dirty="0">
                <a:latin typeface="Trebuchet MS" panose="020B0603020202020204" pitchFamily="34" charset="0"/>
              </a:rPr>
              <a:t>, M., &amp; Scherer, </a:t>
            </a:r>
            <a:r>
              <a:rPr lang="en-IN" sz="2200" dirty="0" err="1">
                <a:latin typeface="Trebuchet MS" panose="020B0603020202020204" pitchFamily="34" charset="0"/>
              </a:rPr>
              <a:t>S.“Detecting</a:t>
            </a:r>
            <a:r>
              <a:rPr lang="en-IN" sz="2200" dirty="0">
                <a:latin typeface="Trebuchet MS" panose="020B0603020202020204" pitchFamily="34" charset="0"/>
              </a:rPr>
              <a:t> depression using audiovisual and linguistic </a:t>
            </a:r>
            <a:r>
              <a:rPr lang="en-IN" sz="2200" dirty="0" err="1">
                <a:latin typeface="Trebuchet MS" panose="020B0603020202020204" pitchFamily="34" charset="0"/>
              </a:rPr>
              <a:t>cues.”AVEC</a:t>
            </a:r>
            <a:r>
              <a:rPr lang="en-IN" sz="2200" dirty="0">
                <a:latin typeface="Trebuchet MS" panose="020B0603020202020204" pitchFamily="34" charset="0"/>
              </a:rPr>
              <a:t> 2016, University of Pittsburgh, 2016.</a:t>
            </a:r>
          </a:p>
          <a:p>
            <a:r>
              <a:rPr lang="en-IN" sz="2200" dirty="0">
                <a:latin typeface="Trebuchet MS" panose="020B0603020202020204" pitchFamily="34" charset="0"/>
              </a:rPr>
              <a:t>Patil et al., 2020 — MFCC + CNN on Emotional Corpora Patil, H. R., Amrita, A. R., &amp; Kulkarni, </a:t>
            </a:r>
            <a:r>
              <a:rPr lang="en-IN" sz="2200" dirty="0" err="1">
                <a:latin typeface="Trebuchet MS" panose="020B0603020202020204" pitchFamily="34" charset="0"/>
              </a:rPr>
              <a:t>P.“Deep</a:t>
            </a:r>
            <a:r>
              <a:rPr lang="en-IN" sz="2200" dirty="0">
                <a:latin typeface="Trebuchet MS" panose="020B0603020202020204" pitchFamily="34" charset="0"/>
              </a:rPr>
              <a:t> learning-based depression detection using MFCC features and CNN </a:t>
            </a:r>
            <a:r>
              <a:rPr lang="en-IN" sz="2200" dirty="0" err="1">
                <a:latin typeface="Trebuchet MS" panose="020B0603020202020204" pitchFamily="34" charset="0"/>
              </a:rPr>
              <a:t>models.”ICSPML</a:t>
            </a:r>
            <a:r>
              <a:rPr lang="en-IN" sz="2200" dirty="0">
                <a:latin typeface="Trebuchet MS" panose="020B0603020202020204" pitchFamily="34" charset="0"/>
              </a:rPr>
              <a:t> 2020, IIT Kharagpur, 2020.</a:t>
            </a:r>
          </a:p>
        </p:txBody>
      </p:sp>
      <p:sp>
        <p:nvSpPr>
          <p:cNvPr id="231" name="Google Shape;231;p17">
            <a:extLst>
              <a:ext uri="{FF2B5EF4-FFF2-40B4-BE49-F238E27FC236}">
                <a16:creationId xmlns:a16="http://schemas.microsoft.com/office/drawing/2014/main" id="{30DAC7D2-3AAF-F7F6-A161-8FB9DCBDC7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35</a:t>
            </a:fld>
            <a:endParaRPr>
              <a:latin typeface="Trebuchet MS" panose="020B0603020202020204" pitchFamily="34" charset="0"/>
            </a:endParaRPr>
          </a:p>
        </p:txBody>
      </p:sp>
      <p:pic>
        <p:nvPicPr>
          <p:cNvPr id="229" name="Google Shape;229;p17">
            <a:extLst>
              <a:ext uri="{FF2B5EF4-FFF2-40B4-BE49-F238E27FC236}">
                <a16:creationId xmlns:a16="http://schemas.microsoft.com/office/drawing/2014/main" id="{E02BF765-F525-6738-DDEC-15E090C6B2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280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7CCB411D-F769-F519-B9AD-7FE84F7F4730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5" name="Google Shape;96;p3">
            <a:extLst>
              <a:ext uri="{FF2B5EF4-FFF2-40B4-BE49-F238E27FC236}">
                <a16:creationId xmlns:a16="http://schemas.microsoft.com/office/drawing/2014/main" id="{838BDB2B-D5C2-5B53-783A-155E017B2EAA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9936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2AA6924D-9268-97F7-44BE-725D72BD2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>
            <a:extLst>
              <a:ext uri="{FF2B5EF4-FFF2-40B4-BE49-F238E27FC236}">
                <a16:creationId xmlns:a16="http://schemas.microsoft.com/office/drawing/2014/main" id="{8AD5E52E-3935-D511-0F7B-7E0DA37403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References</a:t>
            </a:r>
            <a:endParaRPr b="1" dirty="0">
              <a:solidFill>
                <a:schemeClr val="accent5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733FDC-53F8-3723-8A9F-529A12207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0231"/>
            <a:ext cx="10730948" cy="4966118"/>
          </a:xfrm>
        </p:spPr>
        <p:txBody>
          <a:bodyPr>
            <a:noAutofit/>
          </a:bodyPr>
          <a:lstStyle/>
          <a:p>
            <a:r>
              <a:rPr lang="en-IN" sz="2400" dirty="0" err="1">
                <a:latin typeface="Trebuchet MS" panose="020B0603020202020204" pitchFamily="34" charset="0"/>
              </a:rPr>
              <a:t>Alghowinem</a:t>
            </a:r>
            <a:r>
              <a:rPr lang="en-IN" sz="2400" dirty="0">
                <a:latin typeface="Trebuchet MS" panose="020B0603020202020204" pitchFamily="34" charset="0"/>
              </a:rPr>
              <a:t> et al., 2013 — Speech Classifier Comparison </a:t>
            </a:r>
            <a:r>
              <a:rPr lang="en-IN" sz="2400" dirty="0" err="1">
                <a:latin typeface="Trebuchet MS" panose="020B0603020202020204" pitchFamily="34" charset="0"/>
              </a:rPr>
              <a:t>Alghowinem</a:t>
            </a:r>
            <a:r>
              <a:rPr lang="en-IN" sz="2400" dirty="0">
                <a:latin typeface="Trebuchet MS" panose="020B0603020202020204" pitchFamily="34" charset="0"/>
              </a:rPr>
              <a:t>, S., Goecke, R., Wagner, M., Epps, J., &amp; Breakspear, </a:t>
            </a:r>
            <a:r>
              <a:rPr lang="en-IN" sz="2400" dirty="0" err="1">
                <a:latin typeface="Trebuchet MS" panose="020B0603020202020204" pitchFamily="34" charset="0"/>
              </a:rPr>
              <a:t>M.“Detecting</a:t>
            </a:r>
            <a:r>
              <a:rPr lang="en-IN" sz="2400" dirty="0">
                <a:latin typeface="Trebuchet MS" panose="020B0603020202020204" pitchFamily="34" charset="0"/>
              </a:rPr>
              <a:t> depression from voice: A comparative study of </a:t>
            </a:r>
            <a:r>
              <a:rPr lang="en-IN" sz="2400" dirty="0" err="1">
                <a:latin typeface="Trebuchet MS" panose="020B0603020202020204" pitchFamily="34" charset="0"/>
              </a:rPr>
              <a:t>classifiers.”IEEE</a:t>
            </a:r>
            <a:r>
              <a:rPr lang="en-IN" sz="2400" dirty="0">
                <a:latin typeface="Trebuchet MS" panose="020B0603020202020204" pitchFamily="34" charset="0"/>
              </a:rPr>
              <a:t> ICASSP, Australian National University, 2013.</a:t>
            </a:r>
          </a:p>
          <a:p>
            <a:r>
              <a:rPr lang="en-IN" sz="2400" dirty="0" err="1">
                <a:latin typeface="Trebuchet MS" panose="020B0603020202020204" pitchFamily="34" charset="0"/>
              </a:rPr>
              <a:t>Punithavathi</a:t>
            </a:r>
            <a:r>
              <a:rPr lang="en-IN" sz="2400" dirty="0">
                <a:latin typeface="Trebuchet MS" panose="020B0603020202020204" pitchFamily="34" charset="0"/>
              </a:rPr>
              <a:t> et al., 2022 — ML Survey for Speech Depression Detection </a:t>
            </a:r>
            <a:r>
              <a:rPr lang="en-IN" sz="2400" dirty="0" err="1">
                <a:latin typeface="Trebuchet MS" panose="020B0603020202020204" pitchFamily="34" charset="0"/>
              </a:rPr>
              <a:t>Punithavathi</a:t>
            </a:r>
            <a:r>
              <a:rPr lang="en-IN" sz="2400" dirty="0">
                <a:latin typeface="Trebuchet MS" panose="020B0603020202020204" pitchFamily="34" charset="0"/>
              </a:rPr>
              <a:t>, B., Murugan, A., &amp; Suresh, R. “An empirical investigation of machine-learning approaches for depression detection from speech. ”International Journal of Speech Technology, Anna University, 2022.</a:t>
            </a:r>
          </a:p>
        </p:txBody>
      </p:sp>
      <p:sp>
        <p:nvSpPr>
          <p:cNvPr id="231" name="Google Shape;231;p17">
            <a:extLst>
              <a:ext uri="{FF2B5EF4-FFF2-40B4-BE49-F238E27FC236}">
                <a16:creationId xmlns:a16="http://schemas.microsoft.com/office/drawing/2014/main" id="{9828DA6F-8F57-ACD0-8651-DCBC065E41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36</a:t>
            </a:fld>
            <a:endParaRPr>
              <a:latin typeface="Trebuchet MS" panose="020B0603020202020204" pitchFamily="34" charset="0"/>
            </a:endParaRPr>
          </a:p>
        </p:txBody>
      </p:sp>
      <p:pic>
        <p:nvPicPr>
          <p:cNvPr id="229" name="Google Shape;229;p17">
            <a:extLst>
              <a:ext uri="{FF2B5EF4-FFF2-40B4-BE49-F238E27FC236}">
                <a16:creationId xmlns:a16="http://schemas.microsoft.com/office/drawing/2014/main" id="{C60A82FF-7F28-4A85-7991-C98D40CADD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280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8F34269A-5E75-E70D-65F2-FB5606F7E703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5" name="Google Shape;96;p3">
            <a:extLst>
              <a:ext uri="{FF2B5EF4-FFF2-40B4-BE49-F238E27FC236}">
                <a16:creationId xmlns:a16="http://schemas.microsoft.com/office/drawing/2014/main" id="{C2DAA045-EA83-E852-C812-75194B5A01B2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6717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8CB1AF92-6135-099D-D8E9-96D054956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>
            <a:extLst>
              <a:ext uri="{FF2B5EF4-FFF2-40B4-BE49-F238E27FC236}">
                <a16:creationId xmlns:a16="http://schemas.microsoft.com/office/drawing/2014/main" id="{F3063EF6-F94F-CD99-F7F0-A453916AFA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lang="en-US" sz="4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References</a:t>
            </a:r>
            <a:endParaRPr b="1" dirty="0">
              <a:solidFill>
                <a:schemeClr val="accent5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31B31D-DA93-1BAA-3969-547183799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0231"/>
            <a:ext cx="10730948" cy="4966118"/>
          </a:xfrm>
        </p:spPr>
        <p:txBody>
          <a:bodyPr>
            <a:noAutofit/>
          </a:bodyPr>
          <a:lstStyle/>
          <a:p>
            <a:r>
              <a:rPr lang="en-IN" sz="2400" dirty="0">
                <a:latin typeface="Trebuchet MS" panose="020B0603020202020204" pitchFamily="34" charset="0"/>
              </a:rPr>
              <a:t> Lin et al., 2025 — Acoustic Signatures From Emotional Speech Tasks (BMJ Mental Health)Lin, Q., Wu, X., Lei, Y., Cheng, W., Huang, S., Wang, W., Li, C., &amp; Zhao, J. “Acoustic signatures of depression elicited by emotion-based and theme-based speech tasks.” BMJ Mental Health, Southern Medical University, China, 2025. </a:t>
            </a:r>
          </a:p>
          <a:p>
            <a:r>
              <a:rPr lang="en-IN" sz="2400" dirty="0">
                <a:latin typeface="Trebuchet MS" panose="020B0603020202020204" pitchFamily="34" charset="0"/>
              </a:rPr>
              <a:t>Huang et al., 2024 — Wav2Vec2.0 Pre-trained Model for Depression Detection (Nature)Huang, X., Wang, F., Gao, Y., Liao, Y., Zhang, W., Zhang, L., &amp; Xu, </a:t>
            </a:r>
            <a:r>
              <a:rPr lang="en-IN" sz="2400" dirty="0" err="1">
                <a:latin typeface="Trebuchet MS" panose="020B0603020202020204" pitchFamily="34" charset="0"/>
              </a:rPr>
              <a:t>Z.“Depression</a:t>
            </a:r>
            <a:r>
              <a:rPr lang="en-IN" sz="2400" dirty="0">
                <a:latin typeface="Trebuchet MS" panose="020B0603020202020204" pitchFamily="34" charset="0"/>
              </a:rPr>
              <a:t> recognition using a voice-based pre-training model (wav2vec 2.0).”Scientific Reports (Nature), South-Central </a:t>
            </a:r>
            <a:r>
              <a:rPr lang="en-IN" sz="2400" dirty="0" err="1">
                <a:latin typeface="Trebuchet MS" panose="020B0603020202020204" pitchFamily="34" charset="0"/>
              </a:rPr>
              <a:t>Minzu</a:t>
            </a:r>
            <a:r>
              <a:rPr lang="en-IN" sz="2400" dirty="0">
                <a:latin typeface="Trebuchet MS" panose="020B0603020202020204" pitchFamily="34" charset="0"/>
              </a:rPr>
              <a:t> University, 2024.</a:t>
            </a:r>
          </a:p>
        </p:txBody>
      </p:sp>
      <p:sp>
        <p:nvSpPr>
          <p:cNvPr id="231" name="Google Shape;231;p17">
            <a:extLst>
              <a:ext uri="{FF2B5EF4-FFF2-40B4-BE49-F238E27FC236}">
                <a16:creationId xmlns:a16="http://schemas.microsoft.com/office/drawing/2014/main" id="{FBEED663-965E-247F-22D9-C0A68BAE52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37</a:t>
            </a:fld>
            <a:endParaRPr>
              <a:latin typeface="Trebuchet MS" panose="020B0603020202020204" pitchFamily="34" charset="0"/>
            </a:endParaRPr>
          </a:p>
        </p:txBody>
      </p:sp>
      <p:pic>
        <p:nvPicPr>
          <p:cNvPr id="229" name="Google Shape;229;p17">
            <a:extLst>
              <a:ext uri="{FF2B5EF4-FFF2-40B4-BE49-F238E27FC236}">
                <a16:creationId xmlns:a16="http://schemas.microsoft.com/office/drawing/2014/main" id="{3F88E076-CAFE-E393-CBB0-B5FD7D051A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280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2">
            <a:extLst>
              <a:ext uri="{FF2B5EF4-FFF2-40B4-BE49-F238E27FC236}">
                <a16:creationId xmlns:a16="http://schemas.microsoft.com/office/drawing/2014/main" id="{30FFB50D-BF0C-FEF5-03CC-44CAE5F1CDC9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5" name="Google Shape;96;p3">
            <a:extLst>
              <a:ext uri="{FF2B5EF4-FFF2-40B4-BE49-F238E27FC236}">
                <a16:creationId xmlns:a16="http://schemas.microsoft.com/office/drawing/2014/main" id="{7F175BCC-A867-60D5-685D-A8FD6AE5342F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0220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"/>
          <p:cNvSpPr/>
          <p:nvPr/>
        </p:nvSpPr>
        <p:spPr>
          <a:xfrm>
            <a:off x="2924564" y="2770239"/>
            <a:ext cx="577698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1" i="0" u="none" strike="noStrike" cap="none" dirty="0">
                <a:solidFill>
                  <a:schemeClr val="accent1"/>
                </a:solidFill>
                <a:latin typeface="Trebuchet MS" panose="020B0603020202020204" pitchFamily="34" charset="0"/>
                <a:sym typeface="Arial"/>
              </a:rPr>
              <a:t>Thank You</a:t>
            </a:r>
            <a:endParaRPr sz="1400" b="0" i="0" u="none" strike="noStrike" cap="none" dirty="0">
              <a:solidFill>
                <a:srgbClr val="000000"/>
              </a:solidFill>
              <a:latin typeface="Trebuchet MS" panose="020B0603020202020204" pitchFamily="34" charset="0"/>
              <a:sym typeface="Arial"/>
            </a:endParaRPr>
          </a:p>
        </p:txBody>
      </p:sp>
      <p:pic>
        <p:nvPicPr>
          <p:cNvPr id="253" name="Google Shape;25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rebuchet MS" panose="020B0603020202020204" pitchFamily="34" charset="0"/>
              </a:rPr>
              <a:t>38</a:t>
            </a:fld>
            <a:endParaRPr>
              <a:latin typeface="Trebuchet MS" panose="020B0603020202020204" pitchFamily="34" charset="0"/>
            </a:endParaRPr>
          </a:p>
        </p:txBody>
      </p: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22BC6B6-796D-7279-C579-B783276F0F70}"/>
              </a:ext>
            </a:extLst>
          </p:cNvPr>
          <p:cNvSpPr txBox="1"/>
          <p:nvPr/>
        </p:nvSpPr>
        <p:spPr>
          <a:xfrm>
            <a:off x="183037" y="1365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200"/>
            </a:pPr>
            <a:r>
              <a:rPr lang="en-US" sz="1200" dirty="0">
                <a:solidFill>
                  <a:srgbClr val="888888"/>
                </a:solidFill>
                <a:latin typeface="Trebuchet MS" panose="020B0603020202020204" pitchFamily="34" charset="0"/>
              </a:rPr>
              <a:t>Detecting Depression using vocal cues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9CEED0ED-6BFE-B017-3541-AC153422C8F8}"/>
              </a:ext>
            </a:extLst>
          </p:cNvPr>
          <p:cNvSpPr txBox="1">
            <a:spLocks noGrp="1"/>
          </p:cNvSpPr>
          <p:nvPr/>
        </p:nvSpPr>
        <p:spPr>
          <a:xfrm>
            <a:off x="3719544" y="6449150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SzPts val="1400"/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Vishruthrallapalli_srujankumarj_yuvrajrao_vivanjeevannaik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3430</Words>
  <Application>Microsoft Office PowerPoint</Application>
  <PresentationFormat>Widescreen</PresentationFormat>
  <Paragraphs>459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Noto Sans Symbols</vt:lpstr>
      <vt:lpstr>Trebuchet MS</vt:lpstr>
      <vt:lpstr>Office Theme</vt:lpstr>
      <vt:lpstr>PowerPoint Presentation</vt:lpstr>
      <vt:lpstr>Outline</vt:lpstr>
      <vt:lpstr>Introduction</vt:lpstr>
      <vt:lpstr>Introduction</vt:lpstr>
      <vt:lpstr>Problem Statement</vt:lpstr>
      <vt:lpstr>Suggestions from Review - 1</vt:lpstr>
      <vt:lpstr>Suggestions from Review - 1</vt:lpstr>
      <vt:lpstr>Suggestions from Review - 1</vt:lpstr>
      <vt:lpstr>Feasibility</vt:lpstr>
      <vt:lpstr>Dataset Overview and Exploration</vt:lpstr>
      <vt:lpstr>Dataset Overview and Exploration</vt:lpstr>
      <vt:lpstr>Dataset Overview and Exploration</vt:lpstr>
      <vt:lpstr>Dataset Overview and Exploration</vt:lpstr>
      <vt:lpstr>Dataset Overview and Exploration</vt:lpstr>
      <vt:lpstr>Dataset Overview and Exploration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Summary of Literature Review</vt:lpstr>
      <vt:lpstr>Summary of Literature Review</vt:lpstr>
      <vt:lpstr>Research Gaps</vt:lpstr>
      <vt:lpstr>Research Gaps</vt:lpstr>
      <vt:lpstr>Our Aim</vt:lpstr>
      <vt:lpstr>Our Aim</vt:lpstr>
      <vt:lpstr>Challenges</vt:lpstr>
      <vt:lpstr>Challenges</vt:lpstr>
      <vt:lpstr>Applications / Use Cases</vt:lpstr>
      <vt:lpstr>Applications / Use Cases</vt:lpstr>
      <vt:lpstr>References</vt:lpstr>
      <vt:lpstr>References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account</dc:creator>
  <cp:lastModifiedBy>Srujan J</cp:lastModifiedBy>
  <cp:revision>9</cp:revision>
  <dcterms:created xsi:type="dcterms:W3CDTF">2023-02-02T07:40:50Z</dcterms:created>
  <dcterms:modified xsi:type="dcterms:W3CDTF">2025-11-19T18:41:30Z</dcterms:modified>
</cp:coreProperties>
</file>