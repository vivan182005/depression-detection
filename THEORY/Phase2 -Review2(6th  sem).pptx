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77" r:id="rId8"/>
    <p:sldId id="262" r:id="rId9"/>
    <p:sldId id="263" r:id="rId10"/>
    <p:sldId id="278" r:id="rId11"/>
    <p:sldId id="270" r:id="rId12"/>
    <p:sldId id="264" r:id="rId13"/>
    <p:sldId id="276" r:id="rId14"/>
    <p:sldId id="265" r:id="rId15"/>
    <p:sldId id="269" r:id="rId16"/>
    <p:sldId id="271" r:id="rId17"/>
    <p:sldId id="273" r:id="rId18"/>
    <p:sldId id="275" r:id="rId19"/>
    <p:sldId id="274" r:id="rId20"/>
    <p:sldId id="272" r:id="rId21"/>
    <p:sldId id="267" r:id="rId22"/>
    <p:sldId id="266" r:id="rId23"/>
    <p:sldId id="26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QRnxjo25QeXo19z9QNM9hYsk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A8080B-AE57-43A6-B0BC-B76215433FFA}" v="39" dt="2026-03-26T17:34:44.0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ujan J" userId="d2d989060cf4f7bb" providerId="LiveId" clId="{6E6BBC6D-95F0-4432-9FA5-A296E4E55FED}"/>
    <pc:docChg chg="undo custSel addSld modSld sldOrd">
      <pc:chgData name="Srujan J" userId="d2d989060cf4f7bb" providerId="LiveId" clId="{6E6BBC6D-95F0-4432-9FA5-A296E4E55FED}" dt="2026-03-26T17:39:36.080" v="664" actId="207"/>
      <pc:docMkLst>
        <pc:docMk/>
      </pc:docMkLst>
      <pc:sldChg chg="addSp delSp modSp mod">
        <pc:chgData name="Srujan J" userId="d2d989060cf4f7bb" providerId="LiveId" clId="{6E6BBC6D-95F0-4432-9FA5-A296E4E55FED}" dt="2026-03-26T17:27:38.166" v="336" actId="14100"/>
        <pc:sldMkLst>
          <pc:docMk/>
          <pc:sldMk cId="0" sldId="256"/>
        </pc:sldMkLst>
        <pc:spChg chg="add mod">
          <ac:chgData name="Srujan J" userId="d2d989060cf4f7bb" providerId="LiveId" clId="{6E6BBC6D-95F0-4432-9FA5-A296E4E55FED}" dt="2026-03-26T17:25:53.949" v="334" actId="14100"/>
          <ac:spMkLst>
            <pc:docMk/>
            <pc:sldMk cId="0" sldId="256"/>
            <ac:spMk id="2" creationId="{B55694A0-DABB-4F5D-6157-24C128E0CB06}"/>
          </ac:spMkLst>
        </pc:spChg>
        <pc:spChg chg="del">
          <ac:chgData name="Srujan J" userId="d2d989060cf4f7bb" providerId="LiveId" clId="{6E6BBC6D-95F0-4432-9FA5-A296E4E55FED}" dt="2026-03-26T17:25:30.323" v="329" actId="478"/>
          <ac:spMkLst>
            <pc:docMk/>
            <pc:sldMk cId="0" sldId="256"/>
            <ac:spMk id="89" creationId="{00000000-0000-0000-0000-000000000000}"/>
          </ac:spMkLst>
        </pc:spChg>
        <pc:spChg chg="mod">
          <ac:chgData name="Srujan J" userId="d2d989060cf4f7bb" providerId="LiveId" clId="{6E6BBC6D-95F0-4432-9FA5-A296E4E55FED}" dt="2026-03-26T17:27:38.166" v="336" actId="14100"/>
          <ac:spMkLst>
            <pc:docMk/>
            <pc:sldMk cId="0" sldId="256"/>
            <ac:spMk id="91" creationId="{00000000-0000-0000-0000-000000000000}"/>
          </ac:spMkLst>
        </pc:spChg>
      </pc:sldChg>
      <pc:sldChg chg="modSp mod">
        <pc:chgData name="Srujan J" userId="d2d989060cf4f7bb" providerId="LiveId" clId="{6E6BBC6D-95F0-4432-9FA5-A296E4E55FED}" dt="2026-03-26T17:39:36.080" v="664" actId="207"/>
        <pc:sldMkLst>
          <pc:docMk/>
          <pc:sldMk cId="0" sldId="257"/>
        </pc:sldMkLst>
        <pc:spChg chg="mod">
          <ac:chgData name="Srujan J" userId="d2d989060cf4f7bb" providerId="LiveId" clId="{6E6BBC6D-95F0-4432-9FA5-A296E4E55FED}" dt="2026-03-26T17:39:36.080" v="664" actId="207"/>
          <ac:spMkLst>
            <pc:docMk/>
            <pc:sldMk cId="0" sldId="257"/>
            <ac:spMk id="99" creationId="{00000000-0000-0000-0000-000000000000}"/>
          </ac:spMkLst>
        </pc:spChg>
        <pc:spChg chg="mod">
          <ac:chgData name="Srujan J" userId="d2d989060cf4f7bb" providerId="LiveId" clId="{6E6BBC6D-95F0-4432-9FA5-A296E4E55FED}" dt="2026-03-26T17:27:45.511" v="337" actId="14100"/>
          <ac:spMkLst>
            <pc:docMk/>
            <pc:sldMk cId="0" sldId="257"/>
            <ac:spMk id="102" creationId="{00000000-0000-0000-0000-000000000000}"/>
          </ac:spMkLst>
        </pc:spChg>
        <pc:spChg chg="mod">
          <ac:chgData name="Srujan J" userId="d2d989060cf4f7bb" providerId="LiveId" clId="{6E6BBC6D-95F0-4432-9FA5-A296E4E55FED}" dt="2026-03-26T17:31:33.329" v="366"/>
          <ac:spMkLst>
            <pc:docMk/>
            <pc:sldMk cId="0" sldId="257"/>
            <ac:spMk id="104" creationId="{00000000-0000-0000-0000-000000000000}"/>
          </ac:spMkLst>
        </pc:spChg>
      </pc:sldChg>
      <pc:sldChg chg="modSp mod">
        <pc:chgData name="Srujan J" userId="d2d989060cf4f7bb" providerId="LiveId" clId="{6E6BBC6D-95F0-4432-9FA5-A296E4E55FED}" dt="2026-03-26T17:31:33.329" v="366"/>
        <pc:sldMkLst>
          <pc:docMk/>
          <pc:sldMk cId="0" sldId="258"/>
        </pc:sldMkLst>
        <pc:spChg chg="mod">
          <ac:chgData name="Srujan J" userId="d2d989060cf4f7bb" providerId="LiveId" clId="{6E6BBC6D-95F0-4432-9FA5-A296E4E55FED}" dt="2026-03-26T17:27:53.753" v="338" actId="14100"/>
          <ac:spMkLst>
            <pc:docMk/>
            <pc:sldMk cId="0" sldId="258"/>
            <ac:spMk id="114" creationId="{00000000-0000-0000-0000-000000000000}"/>
          </ac:spMkLst>
        </pc:spChg>
        <pc:spChg chg="mod">
          <ac:chgData name="Srujan J" userId="d2d989060cf4f7bb" providerId="LiveId" clId="{6E6BBC6D-95F0-4432-9FA5-A296E4E55FED}" dt="2026-03-26T17:31:33.329" v="366"/>
          <ac:spMkLst>
            <pc:docMk/>
            <pc:sldMk cId="0" sldId="258"/>
            <ac:spMk id="116" creationId="{00000000-0000-0000-0000-000000000000}"/>
          </ac:spMkLst>
        </pc:spChg>
      </pc:sldChg>
      <pc:sldChg chg="addSp modSp mod">
        <pc:chgData name="Srujan J" userId="d2d989060cf4f7bb" providerId="LiveId" clId="{6E6BBC6D-95F0-4432-9FA5-A296E4E55FED}" dt="2026-03-26T17:31:33.329" v="366"/>
        <pc:sldMkLst>
          <pc:docMk/>
          <pc:sldMk cId="0" sldId="259"/>
        </pc:sldMkLst>
        <pc:spChg chg="add">
          <ac:chgData name="Srujan J" userId="d2d989060cf4f7bb" providerId="LiveId" clId="{6E6BBC6D-95F0-4432-9FA5-A296E4E55FED}" dt="2026-03-26T16:06:13.504" v="22"/>
          <ac:spMkLst>
            <pc:docMk/>
            <pc:sldMk cId="0" sldId="259"/>
            <ac:spMk id="3" creationId="{1BEF6652-CC81-5194-60F7-829BD373C311}"/>
          </ac:spMkLst>
        </pc:spChg>
        <pc:spChg chg="add">
          <ac:chgData name="Srujan J" userId="d2d989060cf4f7bb" providerId="LiveId" clId="{6E6BBC6D-95F0-4432-9FA5-A296E4E55FED}" dt="2026-03-26T16:06:17.471" v="23"/>
          <ac:spMkLst>
            <pc:docMk/>
            <pc:sldMk cId="0" sldId="259"/>
            <ac:spMk id="4" creationId="{11CDB2AC-CAD6-C5FD-00D3-AA06DF947A3F}"/>
          </ac:spMkLst>
        </pc:spChg>
        <pc:spChg chg="add">
          <ac:chgData name="Srujan J" userId="d2d989060cf4f7bb" providerId="LiveId" clId="{6E6BBC6D-95F0-4432-9FA5-A296E4E55FED}" dt="2026-03-26T16:06:45.102" v="29"/>
          <ac:spMkLst>
            <pc:docMk/>
            <pc:sldMk cId="0" sldId="259"/>
            <ac:spMk id="5" creationId="{8E4C4DFB-2BBC-684A-89F8-290C5314E3FD}"/>
          </ac:spMkLst>
        </pc:spChg>
        <pc:spChg chg="mod">
          <ac:chgData name="Srujan J" userId="d2d989060cf4f7bb" providerId="LiveId" clId="{6E6BBC6D-95F0-4432-9FA5-A296E4E55FED}" dt="2026-03-26T16:07:54.360" v="72" actId="207"/>
          <ac:spMkLst>
            <pc:docMk/>
            <pc:sldMk cId="0" sldId="259"/>
            <ac:spMk id="122" creationId="{00000000-0000-0000-0000-000000000000}"/>
          </ac:spMkLst>
        </pc:spChg>
        <pc:spChg chg="mod">
          <ac:chgData name="Srujan J" userId="d2d989060cf4f7bb" providerId="LiveId" clId="{6E6BBC6D-95F0-4432-9FA5-A296E4E55FED}" dt="2026-03-26T16:09:37.847" v="99" actId="113"/>
          <ac:spMkLst>
            <pc:docMk/>
            <pc:sldMk cId="0" sldId="259"/>
            <ac:spMk id="123" creationId="{00000000-0000-0000-0000-000000000000}"/>
          </ac:spMkLst>
        </pc:spChg>
        <pc:spChg chg="mod">
          <ac:chgData name="Srujan J" userId="d2d989060cf4f7bb" providerId="LiveId" clId="{6E6BBC6D-95F0-4432-9FA5-A296E4E55FED}" dt="2026-03-26T16:07:54.360" v="72" actId="207"/>
          <ac:spMkLst>
            <pc:docMk/>
            <pc:sldMk cId="0" sldId="259"/>
            <ac:spMk id="124" creationId="{00000000-0000-0000-0000-000000000000}"/>
          </ac:spMkLst>
        </pc:spChg>
        <pc:spChg chg="mod">
          <ac:chgData name="Srujan J" userId="d2d989060cf4f7bb" providerId="LiveId" clId="{6E6BBC6D-95F0-4432-9FA5-A296E4E55FED}" dt="2026-03-26T17:28:01.034" v="339" actId="14100"/>
          <ac:spMkLst>
            <pc:docMk/>
            <pc:sldMk cId="0" sldId="259"/>
            <ac:spMk id="126" creationId="{00000000-0000-0000-0000-000000000000}"/>
          </ac:spMkLst>
        </pc:spChg>
        <pc:spChg chg="mod">
          <ac:chgData name="Srujan J" userId="d2d989060cf4f7bb" providerId="LiveId" clId="{6E6BBC6D-95F0-4432-9FA5-A296E4E55FED}" dt="2026-03-26T16:07:54.360" v="72" actId="207"/>
          <ac:spMkLst>
            <pc:docMk/>
            <pc:sldMk cId="0" sldId="259"/>
            <ac:spMk id="127" creationId="{00000000-0000-0000-0000-000000000000}"/>
          </ac:spMkLst>
        </pc:spChg>
        <pc:spChg chg="mod">
          <ac:chgData name="Srujan J" userId="d2d989060cf4f7bb" providerId="LiveId" clId="{6E6BBC6D-95F0-4432-9FA5-A296E4E55FED}" dt="2026-03-26T17:31:33.329" v="366"/>
          <ac:spMkLst>
            <pc:docMk/>
            <pc:sldMk cId="0" sldId="259"/>
            <ac:spMk id="128" creationId="{00000000-0000-0000-0000-000000000000}"/>
          </ac:spMkLst>
        </pc:spChg>
      </pc:sldChg>
      <pc:sldChg chg="modSp mod">
        <pc:chgData name="Srujan J" userId="d2d989060cf4f7bb" providerId="LiveId" clId="{6E6BBC6D-95F0-4432-9FA5-A296E4E55FED}" dt="2026-03-26T17:31:33.329" v="366"/>
        <pc:sldMkLst>
          <pc:docMk/>
          <pc:sldMk cId="0" sldId="260"/>
        </pc:sldMkLst>
        <pc:spChg chg="mod">
          <ac:chgData name="Srujan J" userId="d2d989060cf4f7bb" providerId="LiveId" clId="{6E6BBC6D-95F0-4432-9FA5-A296E4E55FED}" dt="2026-03-26T17:28:05.972" v="340" actId="14100"/>
          <ac:spMkLst>
            <pc:docMk/>
            <pc:sldMk cId="0" sldId="260"/>
            <ac:spMk id="137" creationId="{00000000-0000-0000-0000-000000000000}"/>
          </ac:spMkLst>
        </pc:spChg>
        <pc:spChg chg="mod">
          <ac:chgData name="Srujan J" userId="d2d989060cf4f7bb" providerId="LiveId" clId="{6E6BBC6D-95F0-4432-9FA5-A296E4E55FED}" dt="2026-03-26T17:31:33.329" v="366"/>
          <ac:spMkLst>
            <pc:docMk/>
            <pc:sldMk cId="0" sldId="260"/>
            <ac:spMk id="139" creationId="{00000000-0000-0000-0000-000000000000}"/>
          </ac:spMkLst>
        </pc:spChg>
      </pc:sldChg>
      <pc:sldChg chg="modSp mod">
        <pc:chgData name="Srujan J" userId="d2d989060cf4f7bb" providerId="LiveId" clId="{6E6BBC6D-95F0-4432-9FA5-A296E4E55FED}" dt="2026-03-26T17:31:33.329" v="366"/>
        <pc:sldMkLst>
          <pc:docMk/>
          <pc:sldMk cId="0" sldId="261"/>
        </pc:sldMkLst>
        <pc:spChg chg="mod">
          <ac:chgData name="Srujan J" userId="d2d989060cf4f7bb" providerId="LiveId" clId="{6E6BBC6D-95F0-4432-9FA5-A296E4E55FED}" dt="2026-03-26T17:28:14.816" v="343" actId="1037"/>
          <ac:spMkLst>
            <pc:docMk/>
            <pc:sldMk cId="0" sldId="261"/>
            <ac:spMk id="148" creationId="{00000000-0000-0000-0000-000000000000}"/>
          </ac:spMkLst>
        </pc:spChg>
        <pc:spChg chg="mod">
          <ac:chgData name="Srujan J" userId="d2d989060cf4f7bb" providerId="LiveId" clId="{6E6BBC6D-95F0-4432-9FA5-A296E4E55FED}" dt="2026-03-26T17:31:33.329" v="366"/>
          <ac:spMkLst>
            <pc:docMk/>
            <pc:sldMk cId="0" sldId="261"/>
            <ac:spMk id="150" creationId="{00000000-0000-0000-0000-000000000000}"/>
          </ac:spMkLst>
        </pc:spChg>
      </pc:sldChg>
      <pc:sldChg chg="modSp mod">
        <pc:chgData name="Srujan J" userId="d2d989060cf4f7bb" providerId="LiveId" clId="{6E6BBC6D-95F0-4432-9FA5-A296E4E55FED}" dt="2026-03-26T17:31:33.329" v="366"/>
        <pc:sldMkLst>
          <pc:docMk/>
          <pc:sldMk cId="0" sldId="262"/>
        </pc:sldMkLst>
        <pc:spChg chg="mod">
          <ac:chgData name="Srujan J" userId="d2d989060cf4f7bb" providerId="LiveId" clId="{6E6BBC6D-95F0-4432-9FA5-A296E4E55FED}" dt="2026-03-26T17:28:28.744" v="345" actId="14100"/>
          <ac:spMkLst>
            <pc:docMk/>
            <pc:sldMk cId="0" sldId="262"/>
            <ac:spMk id="159" creationId="{00000000-0000-0000-0000-000000000000}"/>
          </ac:spMkLst>
        </pc:spChg>
        <pc:spChg chg="mod">
          <ac:chgData name="Srujan J" userId="d2d989060cf4f7bb" providerId="LiveId" clId="{6E6BBC6D-95F0-4432-9FA5-A296E4E55FED}" dt="2026-03-26T17:31:33.329" v="366"/>
          <ac:spMkLst>
            <pc:docMk/>
            <pc:sldMk cId="0" sldId="262"/>
            <ac:spMk id="161" creationId="{00000000-0000-0000-0000-000000000000}"/>
          </ac:spMkLst>
        </pc:spChg>
      </pc:sldChg>
      <pc:sldChg chg="addSp delSp modSp mod">
        <pc:chgData name="Srujan J" userId="d2d989060cf4f7bb" providerId="LiveId" clId="{6E6BBC6D-95F0-4432-9FA5-A296E4E55FED}" dt="2026-03-26T17:31:33.329" v="366"/>
        <pc:sldMkLst>
          <pc:docMk/>
          <pc:sldMk cId="0" sldId="263"/>
        </pc:sldMkLst>
        <pc:spChg chg="mod">
          <ac:chgData name="Srujan J" userId="d2d989060cf4f7bb" providerId="LiveId" clId="{6E6BBC6D-95F0-4432-9FA5-A296E4E55FED}" dt="2026-03-26T16:01:44.300" v="9" actId="14100"/>
          <ac:spMkLst>
            <pc:docMk/>
            <pc:sldMk cId="0" sldId="263"/>
            <ac:spMk id="4" creationId="{FF4809F7-73ED-A621-E00A-99C205159B33}"/>
          </ac:spMkLst>
        </pc:spChg>
        <pc:spChg chg="mod">
          <ac:chgData name="Srujan J" userId="d2d989060cf4f7bb" providerId="LiveId" clId="{6E6BBC6D-95F0-4432-9FA5-A296E4E55FED}" dt="2026-03-26T17:28:34.229" v="346" actId="14100"/>
          <ac:spMkLst>
            <pc:docMk/>
            <pc:sldMk cId="0" sldId="263"/>
            <ac:spMk id="170" creationId="{00000000-0000-0000-0000-000000000000}"/>
          </ac:spMkLst>
        </pc:spChg>
        <pc:spChg chg="mod">
          <ac:chgData name="Srujan J" userId="d2d989060cf4f7bb" providerId="LiveId" clId="{6E6BBC6D-95F0-4432-9FA5-A296E4E55FED}" dt="2026-03-26T17:31:33.329" v="366"/>
          <ac:spMkLst>
            <pc:docMk/>
            <pc:sldMk cId="0" sldId="263"/>
            <ac:spMk id="172" creationId="{00000000-0000-0000-0000-000000000000}"/>
          </ac:spMkLst>
        </pc:spChg>
        <pc:picChg chg="del">
          <ac:chgData name="Srujan J" userId="d2d989060cf4f7bb" providerId="LiveId" clId="{6E6BBC6D-95F0-4432-9FA5-A296E4E55FED}" dt="2026-03-26T16:00:56.839" v="0" actId="478"/>
          <ac:picMkLst>
            <pc:docMk/>
            <pc:sldMk cId="0" sldId="263"/>
            <ac:picMk id="3" creationId="{C954CBFD-AA33-0BBA-6D28-9BD29447993F}"/>
          </ac:picMkLst>
        </pc:picChg>
        <pc:picChg chg="add mod">
          <ac:chgData name="Srujan J" userId="d2d989060cf4f7bb" providerId="LiveId" clId="{6E6BBC6D-95F0-4432-9FA5-A296E4E55FED}" dt="2026-03-26T16:01:50.933" v="10" actId="14100"/>
          <ac:picMkLst>
            <pc:docMk/>
            <pc:sldMk cId="0" sldId="263"/>
            <ac:picMk id="6" creationId="{64310276-0CA1-3DB7-711D-BF1B8C48D00E}"/>
          </ac:picMkLst>
        </pc:picChg>
      </pc:sldChg>
      <pc:sldChg chg="addSp delSp modSp mod">
        <pc:chgData name="Srujan J" userId="d2d989060cf4f7bb" providerId="LiveId" clId="{6E6BBC6D-95F0-4432-9FA5-A296E4E55FED}" dt="2026-03-26T17:31:33.329" v="366"/>
        <pc:sldMkLst>
          <pc:docMk/>
          <pc:sldMk cId="0" sldId="264"/>
        </pc:sldMkLst>
        <pc:spChg chg="add mod">
          <ac:chgData name="Srujan J" userId="d2d989060cf4f7bb" providerId="LiveId" clId="{6E6BBC6D-95F0-4432-9FA5-A296E4E55FED}" dt="2026-03-26T16:22:16.551" v="215" actId="1076"/>
          <ac:spMkLst>
            <pc:docMk/>
            <pc:sldMk cId="0" sldId="264"/>
            <ac:spMk id="8" creationId="{CDCE695F-3423-1F22-BD17-E685D081DC76}"/>
          </ac:spMkLst>
        </pc:spChg>
        <pc:spChg chg="del">
          <ac:chgData name="Srujan J" userId="d2d989060cf4f7bb" providerId="LiveId" clId="{6E6BBC6D-95F0-4432-9FA5-A296E4E55FED}" dt="2026-03-26T16:19:38.459" v="178" actId="478"/>
          <ac:spMkLst>
            <pc:docMk/>
            <pc:sldMk cId="0" sldId="264"/>
            <ac:spMk id="180" creationId="{00000000-0000-0000-0000-000000000000}"/>
          </ac:spMkLst>
        </pc:spChg>
        <pc:spChg chg="mod">
          <ac:chgData name="Srujan J" userId="d2d989060cf4f7bb" providerId="LiveId" clId="{6E6BBC6D-95F0-4432-9FA5-A296E4E55FED}" dt="2026-03-26T17:29:11.374" v="350" actId="14100"/>
          <ac:spMkLst>
            <pc:docMk/>
            <pc:sldMk cId="0" sldId="264"/>
            <ac:spMk id="182" creationId="{00000000-0000-0000-0000-000000000000}"/>
          </ac:spMkLst>
        </pc:spChg>
        <pc:spChg chg="mod">
          <ac:chgData name="Srujan J" userId="d2d989060cf4f7bb" providerId="LiveId" clId="{6E6BBC6D-95F0-4432-9FA5-A296E4E55FED}" dt="2026-03-26T17:31:33.329" v="366"/>
          <ac:spMkLst>
            <pc:docMk/>
            <pc:sldMk cId="0" sldId="264"/>
            <ac:spMk id="184" creationId="{00000000-0000-0000-0000-000000000000}"/>
          </ac:spMkLst>
        </pc:spChg>
        <pc:picChg chg="add del">
          <ac:chgData name="Srujan J" userId="d2d989060cf4f7bb" providerId="LiveId" clId="{6E6BBC6D-95F0-4432-9FA5-A296E4E55FED}" dt="2026-03-26T16:20:12.902" v="181" actId="478"/>
          <ac:picMkLst>
            <pc:docMk/>
            <pc:sldMk cId="0" sldId="264"/>
            <ac:picMk id="3" creationId="{BCE6F0B2-DD51-0250-2691-B16436BC4A9E}"/>
          </ac:picMkLst>
        </pc:picChg>
        <pc:picChg chg="add mod">
          <ac:chgData name="Srujan J" userId="d2d989060cf4f7bb" providerId="LiveId" clId="{6E6BBC6D-95F0-4432-9FA5-A296E4E55FED}" dt="2026-03-26T16:21:15.887" v="191" actId="14100"/>
          <ac:picMkLst>
            <pc:docMk/>
            <pc:sldMk cId="0" sldId="264"/>
            <ac:picMk id="5" creationId="{B9CE87AA-D15F-76FC-0835-B219301FBF4A}"/>
          </ac:picMkLst>
        </pc:picChg>
        <pc:picChg chg="add del mod">
          <ac:chgData name="Srujan J" userId="d2d989060cf4f7bb" providerId="LiveId" clId="{6E6BBC6D-95F0-4432-9FA5-A296E4E55FED}" dt="2026-03-26T16:21:05.321" v="190" actId="478"/>
          <ac:picMkLst>
            <pc:docMk/>
            <pc:sldMk cId="0" sldId="264"/>
            <ac:picMk id="7" creationId="{D23E641D-5039-D853-23F2-B99DA4CA6985}"/>
          </ac:picMkLst>
        </pc:picChg>
      </pc:sldChg>
      <pc:sldChg chg="modSp mod">
        <pc:chgData name="Srujan J" userId="d2d989060cf4f7bb" providerId="LiveId" clId="{6E6BBC6D-95F0-4432-9FA5-A296E4E55FED}" dt="2026-03-26T17:31:33.329" v="366"/>
        <pc:sldMkLst>
          <pc:docMk/>
          <pc:sldMk cId="0" sldId="265"/>
        </pc:sldMkLst>
        <pc:spChg chg="mod">
          <ac:chgData name="Srujan J" userId="d2d989060cf4f7bb" providerId="LiveId" clId="{6E6BBC6D-95F0-4432-9FA5-A296E4E55FED}" dt="2026-03-26T17:29:22.828" v="352" actId="14100"/>
          <ac:spMkLst>
            <pc:docMk/>
            <pc:sldMk cId="0" sldId="265"/>
            <ac:spMk id="194" creationId="{00000000-0000-0000-0000-000000000000}"/>
          </ac:spMkLst>
        </pc:spChg>
        <pc:spChg chg="mod">
          <ac:chgData name="Srujan J" userId="d2d989060cf4f7bb" providerId="LiveId" clId="{6E6BBC6D-95F0-4432-9FA5-A296E4E55FED}" dt="2026-03-26T17:31:33.329" v="366"/>
          <ac:spMkLst>
            <pc:docMk/>
            <pc:sldMk cId="0" sldId="265"/>
            <ac:spMk id="196" creationId="{00000000-0000-0000-0000-000000000000}"/>
          </ac:spMkLst>
        </pc:spChg>
      </pc:sldChg>
      <pc:sldChg chg="modSp mod">
        <pc:chgData name="Srujan J" userId="d2d989060cf4f7bb" providerId="LiveId" clId="{6E6BBC6D-95F0-4432-9FA5-A296E4E55FED}" dt="2026-03-26T17:31:33.329" v="366"/>
        <pc:sldMkLst>
          <pc:docMk/>
          <pc:sldMk cId="0" sldId="266"/>
        </pc:sldMkLst>
        <pc:spChg chg="mod">
          <ac:chgData name="Srujan J" userId="d2d989060cf4f7bb" providerId="LiveId" clId="{6E6BBC6D-95F0-4432-9FA5-A296E4E55FED}" dt="2026-03-26T17:30:25.815" v="364" actId="14100"/>
          <ac:spMkLst>
            <pc:docMk/>
            <pc:sldMk cId="0" sldId="266"/>
            <ac:spMk id="206" creationId="{00000000-0000-0000-0000-000000000000}"/>
          </ac:spMkLst>
        </pc:spChg>
        <pc:spChg chg="mod">
          <ac:chgData name="Srujan J" userId="d2d989060cf4f7bb" providerId="LiveId" clId="{6E6BBC6D-95F0-4432-9FA5-A296E4E55FED}" dt="2026-03-26T17:31:33.329" v="366"/>
          <ac:spMkLst>
            <pc:docMk/>
            <pc:sldMk cId="0" sldId="266"/>
            <ac:spMk id="208" creationId="{00000000-0000-0000-0000-000000000000}"/>
          </ac:spMkLst>
        </pc:spChg>
      </pc:sldChg>
      <pc:sldChg chg="modSp mod">
        <pc:chgData name="Srujan J" userId="d2d989060cf4f7bb" providerId="LiveId" clId="{6E6BBC6D-95F0-4432-9FA5-A296E4E55FED}" dt="2026-03-26T17:31:33.329" v="366"/>
        <pc:sldMkLst>
          <pc:docMk/>
          <pc:sldMk cId="0" sldId="267"/>
        </pc:sldMkLst>
        <pc:spChg chg="mod">
          <ac:chgData name="Srujan J" userId="d2d989060cf4f7bb" providerId="LiveId" clId="{6E6BBC6D-95F0-4432-9FA5-A296E4E55FED}" dt="2026-03-26T17:30:20.245" v="363" actId="14100"/>
          <ac:spMkLst>
            <pc:docMk/>
            <pc:sldMk cId="0" sldId="267"/>
            <ac:spMk id="217" creationId="{00000000-0000-0000-0000-000000000000}"/>
          </ac:spMkLst>
        </pc:spChg>
        <pc:spChg chg="mod">
          <ac:chgData name="Srujan J" userId="d2d989060cf4f7bb" providerId="LiveId" clId="{6E6BBC6D-95F0-4432-9FA5-A296E4E55FED}" dt="2026-03-26T17:31:33.329" v="366"/>
          <ac:spMkLst>
            <pc:docMk/>
            <pc:sldMk cId="0" sldId="267"/>
            <ac:spMk id="219" creationId="{00000000-0000-0000-0000-000000000000}"/>
          </ac:spMkLst>
        </pc:spChg>
      </pc:sldChg>
      <pc:sldChg chg="modSp mod">
        <pc:chgData name="Srujan J" userId="d2d989060cf4f7bb" providerId="LiveId" clId="{6E6BBC6D-95F0-4432-9FA5-A296E4E55FED}" dt="2026-03-26T17:30:31.409" v="365" actId="14100"/>
        <pc:sldMkLst>
          <pc:docMk/>
          <pc:sldMk cId="0" sldId="268"/>
        </pc:sldMkLst>
        <pc:spChg chg="mod">
          <ac:chgData name="Srujan J" userId="d2d989060cf4f7bb" providerId="LiveId" clId="{6E6BBC6D-95F0-4432-9FA5-A296E4E55FED}" dt="2026-03-26T17:30:31.409" v="365" actId="14100"/>
          <ac:spMkLst>
            <pc:docMk/>
            <pc:sldMk cId="0" sldId="268"/>
            <ac:spMk id="225" creationId="{00000000-0000-0000-0000-000000000000}"/>
          </ac:spMkLst>
        </pc:spChg>
      </pc:sldChg>
      <pc:sldChg chg="addSp modSp mod">
        <pc:chgData name="Srujan J" userId="d2d989060cf4f7bb" providerId="LiveId" clId="{6E6BBC6D-95F0-4432-9FA5-A296E4E55FED}" dt="2026-03-26T17:31:33.329" v="366"/>
        <pc:sldMkLst>
          <pc:docMk/>
          <pc:sldMk cId="234470449" sldId="269"/>
        </pc:sldMkLst>
        <pc:spChg chg="mod">
          <ac:chgData name="Srujan J" userId="d2d989060cf4f7bb" providerId="LiveId" clId="{6E6BBC6D-95F0-4432-9FA5-A296E4E55FED}" dt="2026-03-26T16:18:26.382" v="175" actId="1076"/>
          <ac:spMkLst>
            <pc:docMk/>
            <pc:sldMk cId="234470449" sldId="269"/>
            <ac:spMk id="7" creationId="{FF98CBCE-603D-3308-C589-EF124B58113C}"/>
          </ac:spMkLst>
        </pc:spChg>
        <pc:spChg chg="mod">
          <ac:chgData name="Srujan J" userId="d2d989060cf4f7bb" providerId="LiveId" clId="{6E6BBC6D-95F0-4432-9FA5-A296E4E55FED}" dt="2026-03-26T17:29:28.556" v="353" actId="14100"/>
          <ac:spMkLst>
            <pc:docMk/>
            <pc:sldMk cId="234470449" sldId="269"/>
            <ac:spMk id="194" creationId="{8A5CE51C-50AA-C9C4-A3E0-E330D8AF1A17}"/>
          </ac:spMkLst>
        </pc:spChg>
        <pc:spChg chg="mod">
          <ac:chgData name="Srujan J" userId="d2d989060cf4f7bb" providerId="LiveId" clId="{6E6BBC6D-95F0-4432-9FA5-A296E4E55FED}" dt="2026-03-26T17:31:33.329" v="366"/>
          <ac:spMkLst>
            <pc:docMk/>
            <pc:sldMk cId="234470449" sldId="269"/>
            <ac:spMk id="196" creationId="{0207F53A-D377-3830-F32B-481D9DD5D43B}"/>
          </ac:spMkLst>
        </pc:spChg>
        <pc:picChg chg="add mod">
          <ac:chgData name="Srujan J" userId="d2d989060cf4f7bb" providerId="LiveId" clId="{6E6BBC6D-95F0-4432-9FA5-A296E4E55FED}" dt="2026-03-26T16:18:20.084" v="174" actId="1076"/>
          <ac:picMkLst>
            <pc:docMk/>
            <pc:sldMk cId="234470449" sldId="269"/>
            <ac:picMk id="9" creationId="{7E2F6C2B-B0FD-94BC-E3EA-C58C9C4C9C49}"/>
          </ac:picMkLst>
        </pc:picChg>
      </pc:sldChg>
      <pc:sldChg chg="modSp mod">
        <pc:chgData name="Srujan J" userId="d2d989060cf4f7bb" providerId="LiveId" clId="{6E6BBC6D-95F0-4432-9FA5-A296E4E55FED}" dt="2026-03-26T17:31:33.329" v="366"/>
        <pc:sldMkLst>
          <pc:docMk/>
          <pc:sldMk cId="2189689061" sldId="270"/>
        </pc:sldMkLst>
        <pc:spChg chg="mod">
          <ac:chgData name="Srujan J" userId="d2d989060cf4f7bb" providerId="LiveId" clId="{6E6BBC6D-95F0-4432-9FA5-A296E4E55FED}" dt="2026-03-26T17:28:55.295" v="348" actId="255"/>
          <ac:spMkLst>
            <pc:docMk/>
            <pc:sldMk cId="2189689061" sldId="270"/>
            <ac:spMk id="2" creationId="{CDF1CCAA-B78B-89AB-65D9-CEDC45995CE0}"/>
          </ac:spMkLst>
        </pc:spChg>
        <pc:spChg chg="mod">
          <ac:chgData name="Srujan J" userId="d2d989060cf4f7bb" providerId="LiveId" clId="{6E6BBC6D-95F0-4432-9FA5-A296E4E55FED}" dt="2026-03-26T17:29:02.865" v="349" actId="14100"/>
          <ac:spMkLst>
            <pc:docMk/>
            <pc:sldMk cId="2189689061" sldId="270"/>
            <ac:spMk id="194" creationId="{06EF8D3C-1362-5FDA-D3F7-055B574C4A76}"/>
          </ac:spMkLst>
        </pc:spChg>
        <pc:spChg chg="mod">
          <ac:chgData name="Srujan J" userId="d2d989060cf4f7bb" providerId="LiveId" clId="{6E6BBC6D-95F0-4432-9FA5-A296E4E55FED}" dt="2026-03-26T17:31:33.329" v="366"/>
          <ac:spMkLst>
            <pc:docMk/>
            <pc:sldMk cId="2189689061" sldId="270"/>
            <ac:spMk id="196" creationId="{628357B6-EEAB-D3DD-CFD8-0BE25EF67BA6}"/>
          </ac:spMkLst>
        </pc:spChg>
      </pc:sldChg>
      <pc:sldChg chg="addSp modSp mod">
        <pc:chgData name="Srujan J" userId="d2d989060cf4f7bb" providerId="LiveId" clId="{6E6BBC6D-95F0-4432-9FA5-A296E4E55FED}" dt="2026-03-26T17:31:33.329" v="366"/>
        <pc:sldMkLst>
          <pc:docMk/>
          <pc:sldMk cId="2637080787" sldId="271"/>
        </pc:sldMkLst>
        <pc:spChg chg="mod">
          <ac:chgData name="Srujan J" userId="d2d989060cf4f7bb" providerId="LiveId" clId="{6E6BBC6D-95F0-4432-9FA5-A296E4E55FED}" dt="2026-03-26T17:29:41.792" v="357" actId="255"/>
          <ac:spMkLst>
            <pc:docMk/>
            <pc:sldMk cId="2637080787" sldId="271"/>
            <ac:spMk id="2" creationId="{1A12A0A1-7DA7-8A24-A426-00650C1CF2BB}"/>
          </ac:spMkLst>
        </pc:spChg>
        <pc:spChg chg="mod">
          <ac:chgData name="Srujan J" userId="d2d989060cf4f7bb" providerId="LiveId" clId="{6E6BBC6D-95F0-4432-9FA5-A296E4E55FED}" dt="2026-03-26T17:29:47.590" v="358" actId="14100"/>
          <ac:spMkLst>
            <pc:docMk/>
            <pc:sldMk cId="2637080787" sldId="271"/>
            <ac:spMk id="194" creationId="{CB42B47E-025D-8A23-F0F4-C53AC1BDBD3F}"/>
          </ac:spMkLst>
        </pc:spChg>
        <pc:spChg chg="mod">
          <ac:chgData name="Srujan J" userId="d2d989060cf4f7bb" providerId="LiveId" clId="{6E6BBC6D-95F0-4432-9FA5-A296E4E55FED}" dt="2026-03-26T17:31:33.329" v="366"/>
          <ac:spMkLst>
            <pc:docMk/>
            <pc:sldMk cId="2637080787" sldId="271"/>
            <ac:spMk id="196" creationId="{BB7CB914-52F7-92BA-9D6C-87130CD937E2}"/>
          </ac:spMkLst>
        </pc:spChg>
        <pc:picChg chg="add mod">
          <ac:chgData name="Srujan J" userId="d2d989060cf4f7bb" providerId="LiveId" clId="{6E6BBC6D-95F0-4432-9FA5-A296E4E55FED}" dt="2026-03-26T16:54:16.188" v="328" actId="14100"/>
          <ac:picMkLst>
            <pc:docMk/>
            <pc:sldMk cId="2637080787" sldId="271"/>
            <ac:picMk id="4" creationId="{AC53C32F-9E02-4D9F-E114-E2125AF587A8}"/>
          </ac:picMkLst>
        </pc:picChg>
      </pc:sldChg>
      <pc:sldChg chg="modSp mod">
        <pc:chgData name="Srujan J" userId="d2d989060cf4f7bb" providerId="LiveId" clId="{6E6BBC6D-95F0-4432-9FA5-A296E4E55FED}" dt="2026-03-26T17:31:33.329" v="366"/>
        <pc:sldMkLst>
          <pc:docMk/>
          <pc:sldMk cId="1188775494" sldId="272"/>
        </pc:sldMkLst>
        <pc:spChg chg="mod">
          <ac:chgData name="Srujan J" userId="d2d989060cf4f7bb" providerId="LiveId" clId="{6E6BBC6D-95F0-4432-9FA5-A296E4E55FED}" dt="2026-03-26T17:30:15.029" v="362" actId="14100"/>
          <ac:spMkLst>
            <pc:docMk/>
            <pc:sldMk cId="1188775494" sldId="272"/>
            <ac:spMk id="217" creationId="{FB76523C-A4EA-A104-499A-5CD1875994B0}"/>
          </ac:spMkLst>
        </pc:spChg>
        <pc:spChg chg="mod">
          <ac:chgData name="Srujan J" userId="d2d989060cf4f7bb" providerId="LiveId" clId="{6E6BBC6D-95F0-4432-9FA5-A296E4E55FED}" dt="2026-03-26T17:31:33.329" v="366"/>
          <ac:spMkLst>
            <pc:docMk/>
            <pc:sldMk cId="1188775494" sldId="272"/>
            <ac:spMk id="219" creationId="{6007AB51-0FE5-DB86-C4F3-6062CB29D27A}"/>
          </ac:spMkLst>
        </pc:spChg>
      </pc:sldChg>
      <pc:sldChg chg="addSp modSp mod">
        <pc:chgData name="Srujan J" userId="d2d989060cf4f7bb" providerId="LiveId" clId="{6E6BBC6D-95F0-4432-9FA5-A296E4E55FED}" dt="2026-03-26T17:31:33.329" v="366"/>
        <pc:sldMkLst>
          <pc:docMk/>
          <pc:sldMk cId="45448911" sldId="273"/>
        </pc:sldMkLst>
        <pc:spChg chg="mod">
          <ac:chgData name="Srujan J" userId="d2d989060cf4f7bb" providerId="LiveId" clId="{6E6BBC6D-95F0-4432-9FA5-A296E4E55FED}" dt="2026-03-26T16:12:04.498" v="103" actId="255"/>
          <ac:spMkLst>
            <pc:docMk/>
            <pc:sldMk cId="45448911" sldId="273"/>
            <ac:spMk id="215" creationId="{0B8E20A5-E014-936C-C0AF-1E9BE6261B80}"/>
          </ac:spMkLst>
        </pc:spChg>
        <pc:spChg chg="mod">
          <ac:chgData name="Srujan J" userId="d2d989060cf4f7bb" providerId="LiveId" clId="{6E6BBC6D-95F0-4432-9FA5-A296E4E55FED}" dt="2026-03-26T17:29:55.148" v="359" actId="14100"/>
          <ac:spMkLst>
            <pc:docMk/>
            <pc:sldMk cId="45448911" sldId="273"/>
            <ac:spMk id="217" creationId="{15386642-5F81-895A-F926-73EEC07E982F}"/>
          </ac:spMkLst>
        </pc:spChg>
        <pc:spChg chg="mod">
          <ac:chgData name="Srujan J" userId="d2d989060cf4f7bb" providerId="LiveId" clId="{6E6BBC6D-95F0-4432-9FA5-A296E4E55FED}" dt="2026-03-26T17:31:33.329" v="366"/>
          <ac:spMkLst>
            <pc:docMk/>
            <pc:sldMk cId="45448911" sldId="273"/>
            <ac:spMk id="219" creationId="{03960837-F37F-E2A2-90B2-D63D07F25073}"/>
          </ac:spMkLst>
        </pc:spChg>
        <pc:graphicFrameChg chg="add mod">
          <ac:chgData name="Srujan J" userId="d2d989060cf4f7bb" providerId="LiveId" clId="{6E6BBC6D-95F0-4432-9FA5-A296E4E55FED}" dt="2026-03-26T16:12:12.404" v="104" actId="1076"/>
          <ac:graphicFrameMkLst>
            <pc:docMk/>
            <pc:sldMk cId="45448911" sldId="273"/>
            <ac:graphicFrameMk id="5" creationId="{D0C53F07-DCED-13F4-3C1B-9FF508BD89E8}"/>
          </ac:graphicFrameMkLst>
        </pc:graphicFrameChg>
      </pc:sldChg>
      <pc:sldChg chg="modSp mod">
        <pc:chgData name="Srujan J" userId="d2d989060cf4f7bb" providerId="LiveId" clId="{6E6BBC6D-95F0-4432-9FA5-A296E4E55FED}" dt="2026-03-26T17:31:33.329" v="366"/>
        <pc:sldMkLst>
          <pc:docMk/>
          <pc:sldMk cId="4128082554" sldId="274"/>
        </pc:sldMkLst>
        <pc:spChg chg="mod">
          <ac:chgData name="Srujan J" userId="d2d989060cf4f7bb" providerId="LiveId" clId="{6E6BBC6D-95F0-4432-9FA5-A296E4E55FED}" dt="2026-03-26T17:30:09.426" v="361" actId="14100"/>
          <ac:spMkLst>
            <pc:docMk/>
            <pc:sldMk cId="4128082554" sldId="274"/>
            <ac:spMk id="217" creationId="{7BFE5A48-B0D4-06C5-35FB-0DB188EEFDC7}"/>
          </ac:spMkLst>
        </pc:spChg>
        <pc:spChg chg="mod">
          <ac:chgData name="Srujan J" userId="d2d989060cf4f7bb" providerId="LiveId" clId="{6E6BBC6D-95F0-4432-9FA5-A296E4E55FED}" dt="2026-03-26T17:31:33.329" v="366"/>
          <ac:spMkLst>
            <pc:docMk/>
            <pc:sldMk cId="4128082554" sldId="274"/>
            <ac:spMk id="219" creationId="{2C899BDD-EE4B-10D4-D768-2DFF08A15A39}"/>
          </ac:spMkLst>
        </pc:spChg>
      </pc:sldChg>
      <pc:sldChg chg="addSp delSp modSp add mod ord">
        <pc:chgData name="Srujan J" userId="d2d989060cf4f7bb" providerId="LiveId" clId="{6E6BBC6D-95F0-4432-9FA5-A296E4E55FED}" dt="2026-03-26T17:31:33.329" v="366"/>
        <pc:sldMkLst>
          <pc:docMk/>
          <pc:sldMk cId="453642512" sldId="275"/>
        </pc:sldMkLst>
        <pc:spChg chg="add mod">
          <ac:chgData name="Srujan J" userId="d2d989060cf4f7bb" providerId="LiveId" clId="{6E6BBC6D-95F0-4432-9FA5-A296E4E55FED}" dt="2026-03-26T16:15:06.342" v="149" actId="207"/>
          <ac:spMkLst>
            <pc:docMk/>
            <pc:sldMk cId="453642512" sldId="275"/>
            <ac:spMk id="4" creationId="{F7D2158B-6686-84CD-14A0-398308DED807}"/>
          </ac:spMkLst>
        </pc:spChg>
        <pc:spChg chg="add mod">
          <ac:chgData name="Srujan J" userId="d2d989060cf4f7bb" providerId="LiveId" clId="{6E6BBC6D-95F0-4432-9FA5-A296E4E55FED}" dt="2026-03-26T16:16:47.710" v="163" actId="14100"/>
          <ac:spMkLst>
            <pc:docMk/>
            <pc:sldMk cId="453642512" sldId="275"/>
            <ac:spMk id="9" creationId="{A647FB45-8092-1271-99D6-EF4F05AEE57F}"/>
          </ac:spMkLst>
        </pc:spChg>
        <pc:spChg chg="mod">
          <ac:chgData name="Srujan J" userId="d2d989060cf4f7bb" providerId="LiveId" clId="{6E6BBC6D-95F0-4432-9FA5-A296E4E55FED}" dt="2026-03-26T16:13:56.935" v="138" actId="20577"/>
          <ac:spMkLst>
            <pc:docMk/>
            <pc:sldMk cId="453642512" sldId="275"/>
            <ac:spMk id="214" creationId="{74940100-B8BC-9A48-0F60-CE1E864597B1}"/>
          </ac:spMkLst>
        </pc:spChg>
        <pc:spChg chg="del mod">
          <ac:chgData name="Srujan J" userId="d2d989060cf4f7bb" providerId="LiveId" clId="{6E6BBC6D-95F0-4432-9FA5-A296E4E55FED}" dt="2026-03-26T16:14:32.373" v="142"/>
          <ac:spMkLst>
            <pc:docMk/>
            <pc:sldMk cId="453642512" sldId="275"/>
            <ac:spMk id="215" creationId="{02DC8356-6DA9-DEF7-56E2-61445B8939EB}"/>
          </ac:spMkLst>
        </pc:spChg>
        <pc:spChg chg="mod">
          <ac:chgData name="Srujan J" userId="d2d989060cf4f7bb" providerId="LiveId" clId="{6E6BBC6D-95F0-4432-9FA5-A296E4E55FED}" dt="2026-03-26T17:30:02.217" v="360" actId="14100"/>
          <ac:spMkLst>
            <pc:docMk/>
            <pc:sldMk cId="453642512" sldId="275"/>
            <ac:spMk id="217" creationId="{1FAA4AD4-95E0-D34C-3130-E48ECF47BF7D}"/>
          </ac:spMkLst>
        </pc:spChg>
        <pc:spChg chg="mod">
          <ac:chgData name="Srujan J" userId="d2d989060cf4f7bb" providerId="LiveId" clId="{6E6BBC6D-95F0-4432-9FA5-A296E4E55FED}" dt="2026-03-26T17:31:33.329" v="366"/>
          <ac:spMkLst>
            <pc:docMk/>
            <pc:sldMk cId="453642512" sldId="275"/>
            <ac:spMk id="219" creationId="{907A6FF4-CA29-2D1B-5D00-0B6007830A47}"/>
          </ac:spMkLst>
        </pc:spChg>
        <pc:picChg chg="add mod">
          <ac:chgData name="Srujan J" userId="d2d989060cf4f7bb" providerId="LiveId" clId="{6E6BBC6D-95F0-4432-9FA5-A296E4E55FED}" dt="2026-03-26T16:14:48.339" v="146" actId="1076"/>
          <ac:picMkLst>
            <pc:docMk/>
            <pc:sldMk cId="453642512" sldId="275"/>
            <ac:picMk id="3" creationId="{29924B22-15DF-B301-EACB-6D8A14755297}"/>
          </ac:picMkLst>
        </pc:picChg>
        <pc:picChg chg="add mod">
          <ac:chgData name="Srujan J" userId="d2d989060cf4f7bb" providerId="LiveId" clId="{6E6BBC6D-95F0-4432-9FA5-A296E4E55FED}" dt="2026-03-26T16:16:00.524" v="155" actId="14100"/>
          <ac:picMkLst>
            <pc:docMk/>
            <pc:sldMk cId="453642512" sldId="275"/>
            <ac:picMk id="6" creationId="{BCB5D050-2156-C694-79D6-51F0CD013B88}"/>
          </ac:picMkLst>
        </pc:picChg>
        <pc:picChg chg="add del">
          <ac:chgData name="Srujan J" userId="d2d989060cf4f7bb" providerId="LiveId" clId="{6E6BBC6D-95F0-4432-9FA5-A296E4E55FED}" dt="2026-03-26T16:16:07.547" v="157" actId="22"/>
          <ac:picMkLst>
            <pc:docMk/>
            <pc:sldMk cId="453642512" sldId="275"/>
            <ac:picMk id="8" creationId="{20F17DD3-DF95-71E9-FE58-A48E367E2479}"/>
          </ac:picMkLst>
        </pc:picChg>
      </pc:sldChg>
      <pc:sldChg chg="addSp modSp add mod">
        <pc:chgData name="Srujan J" userId="d2d989060cf4f7bb" providerId="LiveId" clId="{6E6BBC6D-95F0-4432-9FA5-A296E4E55FED}" dt="2026-03-26T17:31:33.329" v="366"/>
        <pc:sldMkLst>
          <pc:docMk/>
          <pc:sldMk cId="2897073670" sldId="276"/>
        </pc:sldMkLst>
        <pc:spChg chg="add mod">
          <ac:chgData name="Srujan J" userId="d2d989060cf4f7bb" providerId="LiveId" clId="{6E6BBC6D-95F0-4432-9FA5-A296E4E55FED}" dt="2026-03-26T16:23:21.351" v="261" actId="20577"/>
          <ac:spMkLst>
            <pc:docMk/>
            <pc:sldMk cId="2897073670" sldId="276"/>
            <ac:spMk id="4" creationId="{987C1731-146F-76FB-D9AC-A32A9D27E18B}"/>
          </ac:spMkLst>
        </pc:spChg>
        <pc:spChg chg="mod">
          <ac:chgData name="Srujan J" userId="d2d989060cf4f7bb" providerId="LiveId" clId="{6E6BBC6D-95F0-4432-9FA5-A296E4E55FED}" dt="2026-03-26T17:29:17.076" v="351" actId="14100"/>
          <ac:spMkLst>
            <pc:docMk/>
            <pc:sldMk cId="2897073670" sldId="276"/>
            <ac:spMk id="182" creationId="{63E9D5E7-AD2C-1E56-047E-3515A2C6CC35}"/>
          </ac:spMkLst>
        </pc:spChg>
        <pc:spChg chg="mod">
          <ac:chgData name="Srujan J" userId="d2d989060cf4f7bb" providerId="LiveId" clId="{6E6BBC6D-95F0-4432-9FA5-A296E4E55FED}" dt="2026-03-26T17:31:33.329" v="366"/>
          <ac:spMkLst>
            <pc:docMk/>
            <pc:sldMk cId="2897073670" sldId="276"/>
            <ac:spMk id="184" creationId="{D1AE3782-4C05-2156-EF42-63E23BE349AE}"/>
          </ac:spMkLst>
        </pc:spChg>
        <pc:picChg chg="add mod">
          <ac:chgData name="Srujan J" userId="d2d989060cf4f7bb" providerId="LiveId" clId="{6E6BBC6D-95F0-4432-9FA5-A296E4E55FED}" dt="2026-03-26T16:22:39.495" v="219" actId="14100"/>
          <ac:picMkLst>
            <pc:docMk/>
            <pc:sldMk cId="2897073670" sldId="276"/>
            <ac:picMk id="3" creationId="{7E6E0154-F22A-1D8D-0A4F-5428EE02E97F}"/>
          </ac:picMkLst>
        </pc:picChg>
      </pc:sldChg>
      <pc:sldChg chg="addSp modSp add mod">
        <pc:chgData name="Srujan J" userId="d2d989060cf4f7bb" providerId="LiveId" clId="{6E6BBC6D-95F0-4432-9FA5-A296E4E55FED}" dt="2026-03-26T17:31:33.329" v="366"/>
        <pc:sldMkLst>
          <pc:docMk/>
          <pc:sldMk cId="3604472293" sldId="277"/>
        </pc:sldMkLst>
        <pc:spChg chg="add">
          <ac:chgData name="Srujan J" userId="d2d989060cf4f7bb" providerId="LiveId" clId="{6E6BBC6D-95F0-4432-9FA5-A296E4E55FED}" dt="2026-03-26T16:37:30.966" v="273"/>
          <ac:spMkLst>
            <pc:docMk/>
            <pc:sldMk cId="3604472293" sldId="277"/>
            <ac:spMk id="2" creationId="{8B7BDAD7-97C9-3ECE-CEAF-FD699AECFA21}"/>
          </ac:spMkLst>
        </pc:spChg>
        <pc:spChg chg="mod">
          <ac:chgData name="Srujan J" userId="d2d989060cf4f7bb" providerId="LiveId" clId="{6E6BBC6D-95F0-4432-9FA5-A296E4E55FED}" dt="2026-03-26T16:37:07.869" v="269" actId="207"/>
          <ac:spMkLst>
            <pc:docMk/>
            <pc:sldMk cId="3604472293" sldId="277"/>
            <ac:spMk id="145" creationId="{1CA3CFCD-7503-E4BF-6278-E16EA6106EBE}"/>
          </ac:spMkLst>
        </pc:spChg>
        <pc:spChg chg="mod">
          <ac:chgData name="Srujan J" userId="d2d989060cf4f7bb" providerId="LiveId" clId="{6E6BBC6D-95F0-4432-9FA5-A296E4E55FED}" dt="2026-03-26T16:39:41.065" v="289" actId="20577"/>
          <ac:spMkLst>
            <pc:docMk/>
            <pc:sldMk cId="3604472293" sldId="277"/>
            <ac:spMk id="146" creationId="{FB4BE43B-1FED-1887-9597-B5A38C960BFA}"/>
          </ac:spMkLst>
        </pc:spChg>
        <pc:spChg chg="mod">
          <ac:chgData name="Srujan J" userId="d2d989060cf4f7bb" providerId="LiveId" clId="{6E6BBC6D-95F0-4432-9FA5-A296E4E55FED}" dt="2026-03-26T17:28:22.373" v="344" actId="14100"/>
          <ac:spMkLst>
            <pc:docMk/>
            <pc:sldMk cId="3604472293" sldId="277"/>
            <ac:spMk id="148" creationId="{D1068EBE-C0D2-B102-BEDD-505E671A2EFE}"/>
          </ac:spMkLst>
        </pc:spChg>
        <pc:spChg chg="mod">
          <ac:chgData name="Srujan J" userId="d2d989060cf4f7bb" providerId="LiveId" clId="{6E6BBC6D-95F0-4432-9FA5-A296E4E55FED}" dt="2026-03-26T17:31:33.329" v="366"/>
          <ac:spMkLst>
            <pc:docMk/>
            <pc:sldMk cId="3604472293" sldId="277"/>
            <ac:spMk id="150" creationId="{1978AE76-367E-6890-9EBE-3196B8B36DDF}"/>
          </ac:spMkLst>
        </pc:spChg>
      </pc:sldChg>
      <pc:sldChg chg="addSp delSp modSp add mod">
        <pc:chgData name="Srujan J" userId="d2d989060cf4f7bb" providerId="LiveId" clId="{6E6BBC6D-95F0-4432-9FA5-A296E4E55FED}" dt="2026-03-26T17:31:33.329" v="366"/>
        <pc:sldMkLst>
          <pc:docMk/>
          <pc:sldMk cId="559222027" sldId="278"/>
        </pc:sldMkLst>
        <pc:spChg chg="add mod">
          <ac:chgData name="Srujan J" userId="d2d989060cf4f7bb" providerId="LiveId" clId="{6E6BBC6D-95F0-4432-9FA5-A296E4E55FED}" dt="2026-03-26T16:42:56.409" v="316" actId="14100"/>
          <ac:spMkLst>
            <pc:docMk/>
            <pc:sldMk cId="559222027" sldId="278"/>
            <ac:spMk id="2" creationId="{D56F286E-3812-8CC4-5F5D-DF8D34FCC1D3}"/>
          </ac:spMkLst>
        </pc:spChg>
        <pc:spChg chg="add">
          <ac:chgData name="Srujan J" userId="d2d989060cf4f7bb" providerId="LiveId" clId="{6E6BBC6D-95F0-4432-9FA5-A296E4E55FED}" dt="2026-03-26T16:41:13.533" v="297"/>
          <ac:spMkLst>
            <pc:docMk/>
            <pc:sldMk cId="559222027" sldId="278"/>
            <ac:spMk id="3" creationId="{5BCF367C-246B-F878-FDB4-FA25E377B7A3}"/>
          </ac:spMkLst>
        </pc:spChg>
        <pc:spChg chg="del">
          <ac:chgData name="Srujan J" userId="d2d989060cf4f7bb" providerId="LiveId" clId="{6E6BBC6D-95F0-4432-9FA5-A296E4E55FED}" dt="2026-03-26T16:40:34.906" v="292" actId="478"/>
          <ac:spMkLst>
            <pc:docMk/>
            <pc:sldMk cId="559222027" sldId="278"/>
            <ac:spMk id="4" creationId="{48FE43CF-825C-8D97-6821-885C1E14B7A1}"/>
          </ac:spMkLst>
        </pc:spChg>
        <pc:spChg chg="mod">
          <ac:chgData name="Srujan J" userId="d2d989060cf4f7bb" providerId="LiveId" clId="{6E6BBC6D-95F0-4432-9FA5-A296E4E55FED}" dt="2026-03-26T16:40:53.972" v="295" actId="207"/>
          <ac:spMkLst>
            <pc:docMk/>
            <pc:sldMk cId="559222027" sldId="278"/>
            <ac:spMk id="167" creationId="{B8931A7E-7409-7797-4EBA-4A94FB3DB007}"/>
          </ac:spMkLst>
        </pc:spChg>
        <pc:spChg chg="mod">
          <ac:chgData name="Srujan J" userId="d2d989060cf4f7bb" providerId="LiveId" clId="{6E6BBC6D-95F0-4432-9FA5-A296E4E55FED}" dt="2026-03-26T17:28:41.523" v="347" actId="14100"/>
          <ac:spMkLst>
            <pc:docMk/>
            <pc:sldMk cId="559222027" sldId="278"/>
            <ac:spMk id="170" creationId="{2DAB0656-0038-D0FE-FFD5-FE5EDB461E45}"/>
          </ac:spMkLst>
        </pc:spChg>
        <pc:spChg chg="mod">
          <ac:chgData name="Srujan J" userId="d2d989060cf4f7bb" providerId="LiveId" clId="{6E6BBC6D-95F0-4432-9FA5-A296E4E55FED}" dt="2026-03-26T17:31:33.329" v="366"/>
          <ac:spMkLst>
            <pc:docMk/>
            <pc:sldMk cId="559222027" sldId="278"/>
            <ac:spMk id="172" creationId="{690FD54E-2680-5CA1-76A5-192092D55369}"/>
          </ac:spMkLst>
        </pc:spChg>
        <pc:picChg chg="del">
          <ac:chgData name="Srujan J" userId="d2d989060cf4f7bb" providerId="LiveId" clId="{6E6BBC6D-95F0-4432-9FA5-A296E4E55FED}" dt="2026-03-26T16:40:31.406" v="291" actId="478"/>
          <ac:picMkLst>
            <pc:docMk/>
            <pc:sldMk cId="559222027" sldId="278"/>
            <ac:picMk id="6" creationId="{6B3E7BC2-9EC6-CD58-A0B8-E8855D103C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8" name="Google Shape;10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20" name="Google Shape;12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31" name="Google Shape;131;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42" name="Google Shape;142;p6: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3C27FE7-67F8-4220-0A44-0F87E34F05C7}"/>
            </a:ext>
          </a:extLst>
        </p:cNvPr>
        <p:cNvGrpSpPr/>
        <p:nvPr/>
      </p:nvGrpSpPr>
      <p:grpSpPr>
        <a:xfrm>
          <a:off x="0" y="0"/>
          <a:ext cx="0" cy="0"/>
          <a:chOff x="0" y="0"/>
          <a:chExt cx="0" cy="0"/>
        </a:xfrm>
      </p:grpSpPr>
      <p:sp>
        <p:nvSpPr>
          <p:cNvPr id="141" name="Google Shape;141;p6:notes">
            <a:extLst>
              <a:ext uri="{FF2B5EF4-FFF2-40B4-BE49-F238E27FC236}">
                <a16:creationId xmlns:a16="http://schemas.microsoft.com/office/drawing/2014/main" id="{CA8E9E65-BA5C-AFF8-5A34-C4FC03BD2FF5}"/>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42" name="Google Shape;142;p6:notes">
            <a:extLst>
              <a:ext uri="{FF2B5EF4-FFF2-40B4-BE49-F238E27FC236}">
                <a16:creationId xmlns:a16="http://schemas.microsoft.com/office/drawing/2014/main" id="{50CEA338-930D-9B7D-27FB-22C17C3900FA}"/>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3932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53" name="Google Shape;153;p7: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8: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64" name="Google Shape;164;p8: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C66825AB-2747-EC89-E38B-2E759660B5EA}"/>
            </a:ext>
          </a:extLst>
        </p:cNvPr>
        <p:cNvGrpSpPr/>
        <p:nvPr/>
      </p:nvGrpSpPr>
      <p:grpSpPr>
        <a:xfrm>
          <a:off x="0" y="0"/>
          <a:ext cx="0" cy="0"/>
          <a:chOff x="0" y="0"/>
          <a:chExt cx="0" cy="0"/>
        </a:xfrm>
      </p:grpSpPr>
      <p:sp>
        <p:nvSpPr>
          <p:cNvPr id="163" name="Google Shape;163;p8:notes">
            <a:extLst>
              <a:ext uri="{FF2B5EF4-FFF2-40B4-BE49-F238E27FC236}">
                <a16:creationId xmlns:a16="http://schemas.microsoft.com/office/drawing/2014/main" id="{D8CFCD6A-596A-085A-BD94-4FF083D3E148}"/>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64" name="Google Shape;164;p8:notes">
            <a:extLst>
              <a:ext uri="{FF2B5EF4-FFF2-40B4-BE49-F238E27FC236}">
                <a16:creationId xmlns:a16="http://schemas.microsoft.com/office/drawing/2014/main" id="{1A89FBEC-1A7D-58B4-832E-3BD75E771823}"/>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9861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F4EB0DCE-6690-5EAF-0762-A455664F938D}"/>
            </a:ext>
          </a:extLst>
        </p:cNvPr>
        <p:cNvGrpSpPr/>
        <p:nvPr/>
      </p:nvGrpSpPr>
      <p:grpSpPr>
        <a:xfrm>
          <a:off x="0" y="0"/>
          <a:ext cx="0" cy="0"/>
          <a:chOff x="0" y="0"/>
          <a:chExt cx="0" cy="0"/>
        </a:xfrm>
      </p:grpSpPr>
      <p:sp>
        <p:nvSpPr>
          <p:cNvPr id="186" name="Google Shape;186;p10:notes">
            <a:extLst>
              <a:ext uri="{FF2B5EF4-FFF2-40B4-BE49-F238E27FC236}">
                <a16:creationId xmlns:a16="http://schemas.microsoft.com/office/drawing/2014/main" id="{6AFA4420-B301-67A1-835F-9FDB8D50E115}"/>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0:notes">
            <a:extLst>
              <a:ext uri="{FF2B5EF4-FFF2-40B4-BE49-F238E27FC236}">
                <a16:creationId xmlns:a16="http://schemas.microsoft.com/office/drawing/2014/main" id="{57557067-635F-FB1E-2C44-B05FBE795605}"/>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8" name="Google Shape;188;p10:notes">
            <a:extLst>
              <a:ext uri="{FF2B5EF4-FFF2-40B4-BE49-F238E27FC236}">
                <a16:creationId xmlns:a16="http://schemas.microsoft.com/office/drawing/2014/main" id="{B2256AC7-FFD5-F00F-A7EA-121E4F625D68}"/>
              </a:ext>
            </a:extLst>
          </p:cNvPr>
          <p:cNvSpPr txBox="1">
            <a:spLocks noGrp="1"/>
          </p:cNvSpPr>
          <p:nvPr>
            <p:ph type="sldNum" idx="12"/>
          </p:nvPr>
        </p:nvSpPr>
        <p:spPr>
          <a:xfrm>
            <a:off x="3970135" y="8829675"/>
            <a:ext cx="3038501" cy="46518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11</a:t>
            </a:fld>
            <a:endParaRPr/>
          </a:p>
        </p:txBody>
      </p:sp>
    </p:spTree>
    <p:extLst>
      <p:ext uri="{BB962C8B-B14F-4D97-AF65-F5344CB8AC3E}">
        <p14:creationId xmlns:p14="http://schemas.microsoft.com/office/powerpoint/2010/main" val="3160393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9:notes"/>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76" name="Google Shape;176;p9:notes"/>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DAD8DD7B-98D2-D426-C118-515B28ABD973}"/>
            </a:ext>
          </a:extLst>
        </p:cNvPr>
        <p:cNvGrpSpPr/>
        <p:nvPr/>
      </p:nvGrpSpPr>
      <p:grpSpPr>
        <a:xfrm>
          <a:off x="0" y="0"/>
          <a:ext cx="0" cy="0"/>
          <a:chOff x="0" y="0"/>
          <a:chExt cx="0" cy="0"/>
        </a:xfrm>
      </p:grpSpPr>
      <p:sp>
        <p:nvSpPr>
          <p:cNvPr id="174" name="Google Shape;174;p9:notes">
            <a:extLst>
              <a:ext uri="{FF2B5EF4-FFF2-40B4-BE49-F238E27FC236}">
                <a16:creationId xmlns:a16="http://schemas.microsoft.com/office/drawing/2014/main" id="{8440A98D-6A66-15D0-FD80-7AF27DAF1FA9}"/>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9:notes">
            <a:extLst>
              <a:ext uri="{FF2B5EF4-FFF2-40B4-BE49-F238E27FC236}">
                <a16:creationId xmlns:a16="http://schemas.microsoft.com/office/drawing/2014/main" id="{A5FF9A5D-E18A-FCB6-F725-0386C9BED984}"/>
              </a:ext>
            </a:extLst>
          </p:cNvPr>
          <p:cNvSpPr txBox="1">
            <a:spLocks noGrp="1"/>
          </p:cNvSpPr>
          <p:nvPr>
            <p:ph type="body" idx="1"/>
          </p:nvPr>
        </p:nvSpPr>
        <p:spPr>
          <a:xfrm>
            <a:off x="701848" y="4416426"/>
            <a:ext cx="5608320" cy="418306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76" name="Google Shape;176;p9:notes">
            <a:extLst>
              <a:ext uri="{FF2B5EF4-FFF2-40B4-BE49-F238E27FC236}">
                <a16:creationId xmlns:a16="http://schemas.microsoft.com/office/drawing/2014/main" id="{C09293F0-D836-E7FE-7196-C0751210CA3E}"/>
              </a:ext>
            </a:extLst>
          </p:cNvPr>
          <p:cNvSpPr txBox="1">
            <a:spLocks noGrp="1"/>
          </p:cNvSpPr>
          <p:nvPr>
            <p:ph type="sldNum" idx="12"/>
          </p:nvPr>
        </p:nvSpPr>
        <p:spPr>
          <a:xfrm>
            <a:off x="3970135" y="8829675"/>
            <a:ext cx="3038648" cy="465138"/>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13</a:t>
            </a:fld>
            <a:endParaRPr/>
          </a:p>
        </p:txBody>
      </p:sp>
    </p:spTree>
    <p:extLst>
      <p:ext uri="{BB962C8B-B14F-4D97-AF65-F5344CB8AC3E}">
        <p14:creationId xmlns:p14="http://schemas.microsoft.com/office/powerpoint/2010/main" val="1448726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0: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8" name="Google Shape;188;p10:notes"/>
          <p:cNvSpPr txBox="1">
            <a:spLocks noGrp="1"/>
          </p:cNvSpPr>
          <p:nvPr>
            <p:ph type="sldNum" idx="12"/>
          </p:nvPr>
        </p:nvSpPr>
        <p:spPr>
          <a:xfrm>
            <a:off x="3970135" y="8829675"/>
            <a:ext cx="3038501" cy="46518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CCB798AD-FA45-2962-5A52-5E10F9B10CD0}"/>
            </a:ext>
          </a:extLst>
        </p:cNvPr>
        <p:cNvGrpSpPr/>
        <p:nvPr/>
      </p:nvGrpSpPr>
      <p:grpSpPr>
        <a:xfrm>
          <a:off x="0" y="0"/>
          <a:ext cx="0" cy="0"/>
          <a:chOff x="0" y="0"/>
          <a:chExt cx="0" cy="0"/>
        </a:xfrm>
      </p:grpSpPr>
      <p:sp>
        <p:nvSpPr>
          <p:cNvPr id="186" name="Google Shape;186;p10:notes">
            <a:extLst>
              <a:ext uri="{FF2B5EF4-FFF2-40B4-BE49-F238E27FC236}">
                <a16:creationId xmlns:a16="http://schemas.microsoft.com/office/drawing/2014/main" id="{542FFA60-2007-0C94-1B4C-DFD885A0DF80}"/>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0:notes">
            <a:extLst>
              <a:ext uri="{FF2B5EF4-FFF2-40B4-BE49-F238E27FC236}">
                <a16:creationId xmlns:a16="http://schemas.microsoft.com/office/drawing/2014/main" id="{1AE377A9-1B95-FCEF-6A8E-CBE36A3543B6}"/>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8" name="Google Shape;188;p10:notes">
            <a:extLst>
              <a:ext uri="{FF2B5EF4-FFF2-40B4-BE49-F238E27FC236}">
                <a16:creationId xmlns:a16="http://schemas.microsoft.com/office/drawing/2014/main" id="{7638AA4C-C296-D89E-BCC7-19F3F11CC721}"/>
              </a:ext>
            </a:extLst>
          </p:cNvPr>
          <p:cNvSpPr txBox="1">
            <a:spLocks noGrp="1"/>
          </p:cNvSpPr>
          <p:nvPr>
            <p:ph type="sldNum" idx="12"/>
          </p:nvPr>
        </p:nvSpPr>
        <p:spPr>
          <a:xfrm>
            <a:off x="3970135" y="8829675"/>
            <a:ext cx="3038501" cy="46518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15</a:t>
            </a:fld>
            <a:endParaRPr/>
          </a:p>
        </p:txBody>
      </p:sp>
    </p:spTree>
    <p:extLst>
      <p:ext uri="{BB962C8B-B14F-4D97-AF65-F5344CB8AC3E}">
        <p14:creationId xmlns:p14="http://schemas.microsoft.com/office/powerpoint/2010/main" val="3991911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539D2A26-96EB-626E-4C73-1FA8077753E1}"/>
            </a:ext>
          </a:extLst>
        </p:cNvPr>
        <p:cNvGrpSpPr/>
        <p:nvPr/>
      </p:nvGrpSpPr>
      <p:grpSpPr>
        <a:xfrm>
          <a:off x="0" y="0"/>
          <a:ext cx="0" cy="0"/>
          <a:chOff x="0" y="0"/>
          <a:chExt cx="0" cy="0"/>
        </a:xfrm>
      </p:grpSpPr>
      <p:sp>
        <p:nvSpPr>
          <p:cNvPr id="186" name="Google Shape;186;p10:notes">
            <a:extLst>
              <a:ext uri="{FF2B5EF4-FFF2-40B4-BE49-F238E27FC236}">
                <a16:creationId xmlns:a16="http://schemas.microsoft.com/office/drawing/2014/main" id="{2E120C97-ADD2-2D76-FEAE-84EF9162783E}"/>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0:notes">
            <a:extLst>
              <a:ext uri="{FF2B5EF4-FFF2-40B4-BE49-F238E27FC236}">
                <a16:creationId xmlns:a16="http://schemas.microsoft.com/office/drawing/2014/main" id="{30E31666-FF78-DB38-A21B-590BDCA81DAF}"/>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188" name="Google Shape;188;p10:notes">
            <a:extLst>
              <a:ext uri="{FF2B5EF4-FFF2-40B4-BE49-F238E27FC236}">
                <a16:creationId xmlns:a16="http://schemas.microsoft.com/office/drawing/2014/main" id="{3F28BD0F-DF08-8762-B48E-360F66B377DE}"/>
              </a:ext>
            </a:extLst>
          </p:cNvPr>
          <p:cNvSpPr txBox="1">
            <a:spLocks noGrp="1"/>
          </p:cNvSpPr>
          <p:nvPr>
            <p:ph type="sldNum" idx="12"/>
          </p:nvPr>
        </p:nvSpPr>
        <p:spPr>
          <a:xfrm>
            <a:off x="3970135" y="8829675"/>
            <a:ext cx="3038501" cy="46518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16</a:t>
            </a:fld>
            <a:endParaRPr/>
          </a:p>
        </p:txBody>
      </p:sp>
    </p:spTree>
    <p:extLst>
      <p:ext uri="{BB962C8B-B14F-4D97-AF65-F5344CB8AC3E}">
        <p14:creationId xmlns:p14="http://schemas.microsoft.com/office/powerpoint/2010/main" val="3213020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3CCBF90B-9CE1-D8BE-8CD0-CE835D290361}"/>
            </a:ext>
          </a:extLst>
        </p:cNvPr>
        <p:cNvGrpSpPr/>
        <p:nvPr/>
      </p:nvGrpSpPr>
      <p:grpSpPr>
        <a:xfrm>
          <a:off x="0" y="0"/>
          <a:ext cx="0" cy="0"/>
          <a:chOff x="0" y="0"/>
          <a:chExt cx="0" cy="0"/>
        </a:xfrm>
      </p:grpSpPr>
      <p:sp>
        <p:nvSpPr>
          <p:cNvPr id="210" name="Google Shape;210;p12:notes">
            <a:extLst>
              <a:ext uri="{FF2B5EF4-FFF2-40B4-BE49-F238E27FC236}">
                <a16:creationId xmlns:a16="http://schemas.microsoft.com/office/drawing/2014/main" id="{E1D4A374-6629-FA04-5803-59923F7DBA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2:notes">
            <a:extLst>
              <a:ext uri="{FF2B5EF4-FFF2-40B4-BE49-F238E27FC236}">
                <a16:creationId xmlns:a16="http://schemas.microsoft.com/office/drawing/2014/main" id="{673D9162-F5C2-0916-7BC6-68B5255B87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5819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48AFB92C-03B3-13A4-6331-69D892346713}"/>
            </a:ext>
          </a:extLst>
        </p:cNvPr>
        <p:cNvGrpSpPr/>
        <p:nvPr/>
      </p:nvGrpSpPr>
      <p:grpSpPr>
        <a:xfrm>
          <a:off x="0" y="0"/>
          <a:ext cx="0" cy="0"/>
          <a:chOff x="0" y="0"/>
          <a:chExt cx="0" cy="0"/>
        </a:xfrm>
      </p:grpSpPr>
      <p:sp>
        <p:nvSpPr>
          <p:cNvPr id="210" name="Google Shape;210;p12:notes">
            <a:extLst>
              <a:ext uri="{FF2B5EF4-FFF2-40B4-BE49-F238E27FC236}">
                <a16:creationId xmlns:a16="http://schemas.microsoft.com/office/drawing/2014/main" id="{A85C311C-3228-6F6C-AD6B-DA61709BA4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2:notes">
            <a:extLst>
              <a:ext uri="{FF2B5EF4-FFF2-40B4-BE49-F238E27FC236}">
                <a16:creationId xmlns:a16="http://schemas.microsoft.com/office/drawing/2014/main" id="{1A2F4147-D8CF-BD09-052A-3C3BBF2823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8337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D1C421A6-893D-141D-1961-8EE166EB5CDF}"/>
            </a:ext>
          </a:extLst>
        </p:cNvPr>
        <p:cNvGrpSpPr/>
        <p:nvPr/>
      </p:nvGrpSpPr>
      <p:grpSpPr>
        <a:xfrm>
          <a:off x="0" y="0"/>
          <a:ext cx="0" cy="0"/>
          <a:chOff x="0" y="0"/>
          <a:chExt cx="0" cy="0"/>
        </a:xfrm>
      </p:grpSpPr>
      <p:sp>
        <p:nvSpPr>
          <p:cNvPr id="210" name="Google Shape;210;p12:notes">
            <a:extLst>
              <a:ext uri="{FF2B5EF4-FFF2-40B4-BE49-F238E27FC236}">
                <a16:creationId xmlns:a16="http://schemas.microsoft.com/office/drawing/2014/main" id="{91013390-A247-2972-8818-5BB23ADAE7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2:notes">
            <a:extLst>
              <a:ext uri="{FF2B5EF4-FFF2-40B4-BE49-F238E27FC236}">
                <a16:creationId xmlns:a16="http://schemas.microsoft.com/office/drawing/2014/main" id="{925AEBA3-587A-824A-0FD0-63D4F1BD69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8158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F2418AE3-86FA-FBD7-A44E-C34999A01616}"/>
            </a:ext>
          </a:extLst>
        </p:cNvPr>
        <p:cNvGrpSpPr/>
        <p:nvPr/>
      </p:nvGrpSpPr>
      <p:grpSpPr>
        <a:xfrm>
          <a:off x="0" y="0"/>
          <a:ext cx="0" cy="0"/>
          <a:chOff x="0" y="0"/>
          <a:chExt cx="0" cy="0"/>
        </a:xfrm>
      </p:grpSpPr>
      <p:sp>
        <p:nvSpPr>
          <p:cNvPr id="210" name="Google Shape;210;p12:notes">
            <a:extLst>
              <a:ext uri="{FF2B5EF4-FFF2-40B4-BE49-F238E27FC236}">
                <a16:creationId xmlns:a16="http://schemas.microsoft.com/office/drawing/2014/main" id="{C0C93FD6-829E-67A5-BD22-821B95132D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2:notes">
            <a:extLst>
              <a:ext uri="{FF2B5EF4-FFF2-40B4-BE49-F238E27FC236}">
                <a16:creationId xmlns:a16="http://schemas.microsoft.com/office/drawing/2014/main" id="{7C90DBCA-7AAD-5429-A931-0D217679CF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0608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1: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00" name="Google Shape;20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3"/>
          <p:cNvSpPr>
            <a:spLocks noGrp="1"/>
          </p:cNvSpPr>
          <p:nvPr>
            <p:ph type="pic" idx="2"/>
          </p:nvPr>
        </p:nvSpPr>
        <p:spPr>
          <a:xfrm>
            <a:off x="5183188" y="987425"/>
            <a:ext cx="6172200" cy="4873625"/>
          </a:xfrm>
          <a:prstGeom prst="rect">
            <a:avLst/>
          </a:prstGeom>
          <a:noFill/>
          <a:ln>
            <a:noFill/>
          </a:ln>
        </p:spPr>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2387991" y="990600"/>
            <a:ext cx="7924800"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0" i="0" u="none" strike="noStrike" cap="none" dirty="0">
                <a:solidFill>
                  <a:schemeClr val="dk1"/>
                </a:solidFill>
                <a:latin typeface="Trebuchet MS"/>
                <a:ea typeface="Trebuchet MS"/>
                <a:cs typeface="Trebuchet MS"/>
                <a:sym typeface="Trebuchet MS"/>
              </a:rPr>
              <a:t>UE23CS320B – Capstone Project Phase – 2</a:t>
            </a:r>
            <a:endParaRPr dirty="0"/>
          </a:p>
          <a:p>
            <a:pPr marL="0" marR="0" lvl="0" indent="0" algn="ctr" rtl="0">
              <a:spcBef>
                <a:spcPts val="0"/>
              </a:spcBef>
              <a:spcAft>
                <a:spcPts val="0"/>
              </a:spcAft>
              <a:buNone/>
            </a:pPr>
            <a:r>
              <a:rPr lang="en-US" sz="2800" b="0" i="0" u="none" strike="noStrike" cap="none" dirty="0">
                <a:solidFill>
                  <a:schemeClr val="dk1"/>
                </a:solidFill>
                <a:latin typeface="Trebuchet MS"/>
                <a:ea typeface="Trebuchet MS"/>
                <a:cs typeface="Trebuchet MS"/>
                <a:sym typeface="Trebuchet MS"/>
              </a:rPr>
              <a:t> </a:t>
            </a:r>
            <a:endParaRPr dirty="0"/>
          </a:p>
          <a:p>
            <a:pPr marL="0" marR="0" lvl="0" indent="0" algn="ctr" rtl="0">
              <a:spcBef>
                <a:spcPts val="0"/>
              </a:spcBef>
              <a:spcAft>
                <a:spcPts val="0"/>
              </a:spcAft>
              <a:buNone/>
            </a:pPr>
            <a:r>
              <a:rPr lang="en-US" sz="2800" b="0" i="0" u="none" strike="noStrike" cap="none" dirty="0">
                <a:solidFill>
                  <a:srgbClr val="FF0000"/>
                </a:solidFill>
                <a:latin typeface="Trebuchet MS"/>
                <a:ea typeface="Trebuchet MS"/>
                <a:cs typeface="Trebuchet MS"/>
                <a:sym typeface="Trebuchet MS"/>
              </a:rPr>
              <a:t>Project Progress Review #2</a:t>
            </a:r>
            <a:endParaRPr dirty="0"/>
          </a:p>
        </p:txBody>
      </p:sp>
      <p:pic>
        <p:nvPicPr>
          <p:cNvPr id="90" name="Google Shape;90;p1"/>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91" name="Google Shape;91;p1"/>
          <p:cNvSpPr txBox="1">
            <a:spLocks noGrp="1"/>
          </p:cNvSpPr>
          <p:nvPr>
            <p:ph type="ftr" idx="11"/>
          </p:nvPr>
        </p:nvSpPr>
        <p:spPr>
          <a:xfrm>
            <a:off x="3372465" y="6356350"/>
            <a:ext cx="478093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92" name="Google Shape;92;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2" name="Google Shape;106;p1">
            <a:extLst>
              <a:ext uri="{FF2B5EF4-FFF2-40B4-BE49-F238E27FC236}">
                <a16:creationId xmlns:a16="http://schemas.microsoft.com/office/drawing/2014/main" id="{B55694A0-DABB-4F5D-6157-24C128E0CB06}"/>
              </a:ext>
            </a:extLst>
          </p:cNvPr>
          <p:cNvSpPr txBox="1"/>
          <p:nvPr/>
        </p:nvSpPr>
        <p:spPr>
          <a:xfrm>
            <a:off x="1844842" y="3769895"/>
            <a:ext cx="8442158" cy="2512918"/>
          </a:xfrm>
          <a:prstGeom prst="rect">
            <a:avLst/>
          </a:prstGeom>
          <a:noFill/>
          <a:ln>
            <a:noFill/>
          </a:ln>
        </p:spPr>
        <p:txBody>
          <a:bodyPr spcFirstLastPara="1" wrap="square" lIns="91425" tIns="45700" rIns="91425" bIns="45700" anchor="t" anchorCtr="0">
            <a:noAutofit/>
          </a:bodyPr>
          <a:lstStyle/>
          <a:p>
            <a:pPr lvl="0">
              <a:buClr>
                <a:schemeClr val="dk1"/>
              </a:buClr>
              <a:buSzPts val="2400"/>
            </a:pPr>
            <a:r>
              <a:rPr lang="en-IN" sz="2400" dirty="0">
                <a:solidFill>
                  <a:schemeClr val="accent2"/>
                </a:solidFill>
                <a:latin typeface="Trebuchet MS" panose="020B0603020202020204" pitchFamily="34" charset="0"/>
              </a:rPr>
              <a:t>Project Title : Detecting Depression using vocal cues Project ID : PW26_CBH_04</a:t>
            </a:r>
          </a:p>
          <a:p>
            <a:pPr lvl="0">
              <a:buClr>
                <a:schemeClr val="dk1"/>
              </a:buClr>
              <a:buSzPts val="2400"/>
            </a:pPr>
            <a:r>
              <a:rPr lang="en-IN" sz="2400" dirty="0">
                <a:solidFill>
                  <a:schemeClr val="accent2"/>
                </a:solidFill>
                <a:latin typeface="Trebuchet MS" panose="020B0603020202020204" pitchFamily="34" charset="0"/>
              </a:rPr>
              <a:t>Project Guide : Ms. </a:t>
            </a:r>
            <a:r>
              <a:rPr lang="en-IN" sz="2400" dirty="0" err="1">
                <a:solidFill>
                  <a:schemeClr val="accent2"/>
                </a:solidFill>
                <a:latin typeface="Trebuchet MS" panose="020B0603020202020204" pitchFamily="34" charset="0"/>
              </a:rPr>
              <a:t>Chandravva</a:t>
            </a:r>
            <a:r>
              <a:rPr lang="en-IN" sz="2400" dirty="0">
                <a:solidFill>
                  <a:schemeClr val="accent2"/>
                </a:solidFill>
                <a:latin typeface="Trebuchet MS" panose="020B0603020202020204" pitchFamily="34" charset="0"/>
              </a:rPr>
              <a:t> </a:t>
            </a:r>
            <a:r>
              <a:rPr lang="en-IN" sz="2400" dirty="0" err="1">
                <a:solidFill>
                  <a:schemeClr val="accent2"/>
                </a:solidFill>
                <a:latin typeface="Trebuchet MS" panose="020B0603020202020204" pitchFamily="34" charset="0"/>
              </a:rPr>
              <a:t>Hebbi</a:t>
            </a:r>
            <a:r>
              <a:rPr lang="en-IN" sz="2400" dirty="0">
                <a:solidFill>
                  <a:schemeClr val="accent2"/>
                </a:solidFill>
                <a:latin typeface="Trebuchet MS" panose="020B0603020202020204" pitchFamily="34" charset="0"/>
              </a:rPr>
              <a:t> </a:t>
            </a:r>
          </a:p>
          <a:p>
            <a:pPr lvl="0">
              <a:buClr>
                <a:schemeClr val="dk1"/>
              </a:buClr>
              <a:buSzPts val="2400"/>
            </a:pPr>
            <a:r>
              <a:rPr lang="en-IN" sz="2400" dirty="0">
                <a:solidFill>
                  <a:schemeClr val="accent2"/>
                </a:solidFill>
                <a:latin typeface="Trebuchet MS" panose="020B0603020202020204" pitchFamily="34" charset="0"/>
              </a:rPr>
              <a:t>Project Team : Vishruth Rallapalli, Yuvraj Rao,</a:t>
            </a:r>
          </a:p>
          <a:p>
            <a:pPr lvl="0">
              <a:buClr>
                <a:schemeClr val="dk1"/>
              </a:buClr>
              <a:buSzPts val="2400"/>
            </a:pPr>
            <a:r>
              <a:rPr lang="en-IN" sz="2400" dirty="0">
                <a:solidFill>
                  <a:schemeClr val="accent2"/>
                </a:solidFill>
                <a:latin typeface="Trebuchet MS" panose="020B0603020202020204" pitchFamily="34" charset="0"/>
              </a:rPr>
              <a:t>                       Vivan Jeevan Naik, Srujan J</a:t>
            </a:r>
            <a:endParaRPr sz="2400" b="0" i="0" u="none" strike="noStrike" cap="none" dirty="0">
              <a:solidFill>
                <a:schemeClr val="accent2"/>
              </a:solidFill>
              <a:latin typeface="Trebuchet MS" panose="020B0603020202020204" pitchFamily="34" charset="0"/>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p:nvPr/>
        </p:nvSpPr>
        <p:spPr>
          <a:xfrm rot="10800000" flipH="1">
            <a:off x="1960880" y="1146826"/>
            <a:ext cx="8270240" cy="45719"/>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2"/>
          <p:cNvSpPr txBox="1"/>
          <p:nvPr/>
        </p:nvSpPr>
        <p:spPr>
          <a:xfrm>
            <a:off x="1045809" y="1412248"/>
            <a:ext cx="9643500" cy="4724400"/>
          </a:xfrm>
          <a:prstGeom prst="rect">
            <a:avLst/>
          </a:prstGeom>
          <a:noFill/>
          <a:ln>
            <a:noFill/>
          </a:ln>
        </p:spPr>
        <p:txBody>
          <a:bodyPr spcFirstLastPara="1" wrap="square" lIns="91425" tIns="45700" rIns="91425" bIns="45700" numCol="2" anchor="t" anchorCtr="0">
            <a:noAutofit/>
          </a:bodyPr>
          <a:lstStyle/>
          <a:p>
            <a:pPr marL="685791" marR="0" lvl="0" indent="-323850" algn="just" rtl="0">
              <a:spcBef>
                <a:spcPts val="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Abstract and scope.</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Suggestions from phase 2 review 1</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Design Approach.</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Design constraints, Assumptions and Dependencies</a:t>
            </a:r>
          </a:p>
          <a:p>
            <a:pPr marL="685791" indent="-323850" algn="just">
              <a:spcBef>
                <a:spcPts val="480"/>
              </a:spcBef>
              <a:buClr>
                <a:srgbClr val="0000FF"/>
              </a:buClr>
              <a:buSzPts val="2100"/>
              <a:buFont typeface="Noto Sans Symbols"/>
              <a:buChar char="▪"/>
            </a:pPr>
            <a:r>
              <a:rPr lang="en-US" sz="2000" dirty="0">
                <a:solidFill>
                  <a:schemeClr val="accent2"/>
                </a:solidFill>
                <a:latin typeface="Trebuchet MS" panose="020B0603020202020204" pitchFamily="34" charset="0"/>
              </a:rPr>
              <a:t>Clinical Validity of Acoustic &amp; Prosodic Features</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Proposed methodology/Approach</a:t>
            </a: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Architecture</a:t>
            </a: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sym typeface="Trebuchet MS"/>
              </a:rPr>
              <a:t>System Architecture &amp; Data Pipeline</a:t>
            </a: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sym typeface="Trebuchet MS"/>
              </a:rPr>
              <a:t>Implementation Highlights</a:t>
            </a:r>
            <a:endParaRPr lang="en-US"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Design Description</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Technology used</a:t>
            </a:r>
            <a:endParaRPr sz="2000" dirty="0">
              <a:solidFill>
                <a:schemeClr val="accent2"/>
              </a:solidFill>
              <a:latin typeface="Trebuchet MS"/>
              <a:ea typeface="Trebuchet MS"/>
              <a:cs typeface="Trebuchet MS"/>
              <a:sym typeface="Trebuchet MS"/>
            </a:endParaRP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Dataset Exploration</a:t>
            </a:r>
            <a:endParaRPr sz="2000" dirty="0">
              <a:solidFill>
                <a:schemeClr val="accent2"/>
              </a:solidFill>
              <a:latin typeface="Trebuchet MS"/>
              <a:ea typeface="Trebuchet MS"/>
              <a:cs typeface="Trebuchet MS"/>
              <a:sym typeface="Trebuchet MS"/>
            </a:endParaRP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Data Pre-processing</a:t>
            </a: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Extracted Features</a:t>
            </a: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Graph &amp; Output Interpretation</a:t>
            </a: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Temporal Modeling Plan</a:t>
            </a: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Explainability &amp; Output Interpretation</a:t>
            </a:r>
          </a:p>
          <a:p>
            <a:pPr marL="685791" marR="0" lvl="0" indent="-323850" algn="just" rtl="0">
              <a:spcBef>
                <a:spcPts val="480"/>
              </a:spcBef>
              <a:spcAft>
                <a:spcPts val="0"/>
              </a:spcAft>
              <a:buClr>
                <a:srgbClr val="0000FF"/>
              </a:buClr>
              <a:buSzPts val="2100"/>
              <a:buFont typeface="Trebuchet MS"/>
              <a:buChar char="▪"/>
            </a:pPr>
            <a:r>
              <a:rPr lang="en-US" sz="2000" dirty="0">
                <a:solidFill>
                  <a:schemeClr val="accent2"/>
                </a:solidFill>
                <a:latin typeface="Trebuchet MS"/>
                <a:ea typeface="Trebuchet MS"/>
                <a:cs typeface="Trebuchet MS"/>
                <a:sym typeface="Trebuchet MS"/>
              </a:rPr>
              <a:t>Method-1 vs Method-2: Strategy Comparison</a:t>
            </a:r>
            <a:endParaRPr sz="2000" dirty="0">
              <a:solidFill>
                <a:schemeClr val="accent2"/>
              </a:solidFill>
              <a:latin typeface="Trebuchet MS"/>
              <a:ea typeface="Trebuchet MS"/>
              <a:cs typeface="Trebuchet MS"/>
              <a:sym typeface="Trebuchet MS"/>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References</a:t>
            </a:r>
            <a:endParaRPr sz="2000" dirty="0">
              <a:solidFill>
                <a:schemeClr val="accent2"/>
              </a:solidFill>
            </a:endParaRPr>
          </a:p>
          <a:p>
            <a:pPr marL="685791" marR="0" lvl="0" indent="-323850" algn="just" rtl="0">
              <a:spcBef>
                <a:spcPts val="480"/>
              </a:spcBef>
              <a:spcAft>
                <a:spcPts val="0"/>
              </a:spcAft>
              <a:buClr>
                <a:srgbClr val="0000FF"/>
              </a:buClr>
              <a:buSzPts val="2100"/>
              <a:buFont typeface="Noto Sans Symbols"/>
              <a:buChar char="▪"/>
            </a:pPr>
            <a:r>
              <a:rPr lang="en-US" sz="2000" dirty="0">
                <a:solidFill>
                  <a:schemeClr val="accent2"/>
                </a:solidFill>
                <a:latin typeface="Trebuchet MS"/>
                <a:ea typeface="Trebuchet MS"/>
                <a:cs typeface="Trebuchet MS"/>
                <a:sym typeface="Trebuchet MS"/>
              </a:rPr>
              <a:t>Any other Information</a:t>
            </a:r>
            <a:endParaRPr sz="2000" dirty="0">
              <a:solidFill>
                <a:schemeClr val="accent2"/>
              </a:solidFill>
            </a:endParaRPr>
          </a:p>
        </p:txBody>
      </p:sp>
      <p:sp>
        <p:nvSpPr>
          <p:cNvPr id="100" name="Google Shape;100;p2"/>
          <p:cNvSpPr txBox="1"/>
          <p:nvPr/>
        </p:nvSpPr>
        <p:spPr>
          <a:xfrm>
            <a:off x="1842319" y="558228"/>
            <a:ext cx="8270240" cy="461700"/>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None/>
            </a:pPr>
            <a:r>
              <a:rPr lang="en-US" sz="2400" dirty="0">
                <a:solidFill>
                  <a:srgbClr val="FF0000"/>
                </a:solidFill>
                <a:latin typeface="Trebuchet MS"/>
                <a:ea typeface="Trebuchet MS"/>
                <a:cs typeface="Trebuchet MS"/>
                <a:sym typeface="Trebuchet MS"/>
              </a:rPr>
              <a:t>Outline</a:t>
            </a:r>
            <a:endParaRPr dirty="0"/>
          </a:p>
        </p:txBody>
      </p:sp>
      <p:pic>
        <p:nvPicPr>
          <p:cNvPr id="101" name="Google Shape;101;p2"/>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02" name="Google Shape;102;p2"/>
          <p:cNvSpPr txBox="1">
            <a:spLocks noGrp="1"/>
          </p:cNvSpPr>
          <p:nvPr>
            <p:ph type="ftr" idx="11"/>
          </p:nvPr>
        </p:nvSpPr>
        <p:spPr>
          <a:xfrm>
            <a:off x="3313471" y="6356350"/>
            <a:ext cx="48399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03" name="Google Shape;103;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04" name="Google Shape;104;p2"/>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u="none"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3"/>
          <p:cNvSpPr txBox="1"/>
          <p:nvPr/>
        </p:nvSpPr>
        <p:spPr>
          <a:xfrm>
            <a:off x="4191000" y="1143002"/>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None/>
            </a:pPr>
            <a:r>
              <a:rPr lang="en-US" sz="2400" dirty="0">
                <a:solidFill>
                  <a:srgbClr val="FF0000"/>
                </a:solidFill>
                <a:latin typeface="Trebuchet MS"/>
                <a:ea typeface="Trebuchet MS"/>
                <a:cs typeface="Trebuchet MS"/>
                <a:sym typeface="Trebuchet MS"/>
              </a:rPr>
              <a:t>Abstract and Scope</a:t>
            </a:r>
            <a:endParaRPr dirty="0"/>
          </a:p>
        </p:txBody>
      </p:sp>
      <p:pic>
        <p:nvPicPr>
          <p:cNvPr id="113" name="Google Shape;113;p3"/>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14" name="Google Shape;114;p3"/>
          <p:cNvSpPr txBox="1">
            <a:spLocks noGrp="1"/>
          </p:cNvSpPr>
          <p:nvPr>
            <p:ph type="ftr" idx="11"/>
          </p:nvPr>
        </p:nvSpPr>
        <p:spPr>
          <a:xfrm>
            <a:off x="3293806" y="6356350"/>
            <a:ext cx="485959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15" name="Google Shape;11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6" name="Google Shape;116;p3"/>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4" name="TextBox 3">
            <a:extLst>
              <a:ext uri="{FF2B5EF4-FFF2-40B4-BE49-F238E27FC236}">
                <a16:creationId xmlns:a16="http://schemas.microsoft.com/office/drawing/2014/main" id="{1C22B480-AB02-EA80-92B9-F25715D6CFD7}"/>
              </a:ext>
            </a:extLst>
          </p:cNvPr>
          <p:cNvSpPr txBox="1"/>
          <p:nvPr/>
        </p:nvSpPr>
        <p:spPr>
          <a:xfrm>
            <a:off x="882316" y="1925053"/>
            <a:ext cx="10014285" cy="4138863"/>
          </a:xfrm>
          <a:prstGeom prst="rect">
            <a:avLst/>
          </a:prstGeom>
          <a:noFill/>
        </p:spPr>
        <p:txBody>
          <a:bodyPr wrap="square" rtlCol="0">
            <a:spAutoFit/>
          </a:bodyPr>
          <a:lstStyle/>
          <a:p>
            <a:endParaRPr lang="en-IN" dirty="0"/>
          </a:p>
        </p:txBody>
      </p:sp>
      <p:sp>
        <p:nvSpPr>
          <p:cNvPr id="5" name="Rectangle 3">
            <a:extLst>
              <a:ext uri="{FF2B5EF4-FFF2-40B4-BE49-F238E27FC236}">
                <a16:creationId xmlns:a16="http://schemas.microsoft.com/office/drawing/2014/main" id="{2F1CCEBF-C24E-8F3A-ED4C-6F03B545571B}"/>
              </a:ext>
            </a:extLst>
          </p:cNvPr>
          <p:cNvSpPr>
            <a:spLocks noChangeArrowheads="1"/>
          </p:cNvSpPr>
          <p:nvPr/>
        </p:nvSpPr>
        <p:spPr bwMode="auto">
          <a:xfrm>
            <a:off x="882316" y="1897101"/>
            <a:ext cx="109728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Problem Statement:</a:t>
            </a:r>
            <a:r>
              <a:rPr kumimoji="0" lang="en-US" altLang="en-US" sz="2400" b="0" i="0" u="none" strike="noStrike" cap="none" normalizeH="0" baseline="0" dirty="0">
                <a:ln>
                  <a:noFill/>
                </a:ln>
                <a:solidFill>
                  <a:schemeClr val="accent2"/>
                </a:solidFill>
                <a:effectLst/>
                <a:latin typeface="Trebuchet MS" panose="020B0603020202020204" pitchFamily="34" charset="0"/>
              </a:rPr>
              <a:t> Detecting depression effectively using vocal cues from speech recordings.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2"/>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Introduction:</a:t>
            </a:r>
            <a:r>
              <a:rPr kumimoji="0" lang="en-US" altLang="en-US" sz="2400" b="0" i="0" u="none" strike="noStrike" cap="none" normalizeH="0" baseline="0" dirty="0">
                <a:ln>
                  <a:noFill/>
                </a:ln>
                <a:solidFill>
                  <a:schemeClr val="accent2"/>
                </a:solidFill>
                <a:effectLst/>
                <a:latin typeface="Trebuchet MS" panose="020B0603020202020204" pitchFamily="34" charset="0"/>
              </a:rPr>
              <a:t> Our system converts raw voice input into meaningful mental health predictions. We have engineered a custom, end-to-end data pipeline that ingests raw clinical interviews, isolates relevant participant speech via transcript parsing, and extracts temporal acoustic biomarkers.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2"/>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Scope:</a:t>
            </a:r>
            <a:r>
              <a:rPr kumimoji="0" lang="en-US" altLang="en-US" sz="2400" b="0" i="0" u="none" strike="noStrike" cap="none" normalizeH="0" baseline="0" dirty="0">
                <a:ln>
                  <a:noFill/>
                </a:ln>
                <a:solidFill>
                  <a:schemeClr val="accent2"/>
                </a:solidFill>
                <a:effectLst/>
                <a:latin typeface="Trebuchet MS" panose="020B0603020202020204" pitchFamily="34" charset="0"/>
              </a:rPr>
              <a:t> The system acts as a scalable, device-independent primary screening tool, transforming massive raw audio files into structured, frame-by-frame feature datasets optimized for sequential deep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4"/>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4"/>
          <p:cNvSpPr txBox="1"/>
          <p:nvPr/>
        </p:nvSpPr>
        <p:spPr>
          <a:xfrm>
            <a:off x="655321" y="1739873"/>
            <a:ext cx="10241280" cy="4493779"/>
          </a:xfrm>
          <a:prstGeom prst="rect">
            <a:avLst/>
          </a:prstGeom>
          <a:noFill/>
          <a:ln>
            <a:noFill/>
          </a:ln>
        </p:spPr>
        <p:txBody>
          <a:bodyPr spcFirstLastPara="1" wrap="square" lIns="91425" tIns="45700" rIns="91425" bIns="45700" anchor="t" anchorCtr="0">
            <a:noAutofit/>
          </a:bodyPr>
          <a:lstStyle/>
          <a:p>
            <a:pPr marL="685791" lvl="0" indent="-342900" algn="just">
              <a:buClr>
                <a:srgbClr val="0000FF"/>
              </a:buClr>
              <a:buSzPts val="2400"/>
              <a:buFont typeface="Arial" panose="020B0604020202020204" pitchFamily="34" charset="0"/>
              <a:buChar char="•"/>
            </a:pPr>
            <a:r>
              <a:rPr lang="en-US" sz="2000" b="1" dirty="0">
                <a:solidFill>
                  <a:schemeClr val="accent2"/>
                </a:solidFill>
                <a:latin typeface="Trebuchet MS" panose="020B0603020202020204" pitchFamily="34" charset="0"/>
              </a:rPr>
              <a:t>Feedback 1: Clinical Validity of Features:</a:t>
            </a:r>
          </a:p>
          <a:p>
            <a:pPr marL="685791" lvl="0" indent="-342900" algn="just">
              <a:buClr>
                <a:srgbClr val="0000FF"/>
              </a:buClr>
              <a:buSzPts val="2400"/>
              <a:buFont typeface="Arial" panose="020B0604020202020204" pitchFamily="34" charset="0"/>
              <a:buChar char="•"/>
            </a:pPr>
            <a:r>
              <a:rPr lang="en-US" sz="2000" b="1" dirty="0">
                <a:solidFill>
                  <a:schemeClr val="accent2"/>
                </a:solidFill>
                <a:latin typeface="Trebuchet MS" panose="020B0603020202020204" pitchFamily="34" charset="0"/>
              </a:rPr>
              <a:t>Suggestion: </a:t>
            </a:r>
            <a:r>
              <a:rPr lang="en-US" sz="2000" dirty="0">
                <a:solidFill>
                  <a:schemeClr val="accent2"/>
                </a:solidFill>
                <a:latin typeface="Trebuchet MS" panose="020B0603020202020204" pitchFamily="34" charset="0"/>
              </a:rPr>
              <a:t>Provide medical/academic proof that the emphasized prosodic and acoustic features (like MFCCs) are valid indicators of depression.</a:t>
            </a:r>
          </a:p>
          <a:p>
            <a:pPr marL="685791" lvl="0" indent="-342900" algn="just">
              <a:buClr>
                <a:srgbClr val="0000FF"/>
              </a:buClr>
              <a:buSzPts val="2400"/>
              <a:buFont typeface="Arial" panose="020B0604020202020204" pitchFamily="34" charset="0"/>
              <a:buChar char="•"/>
            </a:pPr>
            <a:r>
              <a:rPr lang="en-US" sz="2000" b="1" dirty="0">
                <a:solidFill>
                  <a:schemeClr val="accent2"/>
                </a:solidFill>
              </a:rPr>
              <a:t>Action Taken: </a:t>
            </a:r>
            <a:r>
              <a:rPr lang="en-US" sz="2000" dirty="0">
                <a:solidFill>
                  <a:schemeClr val="accent2"/>
                </a:solidFill>
              </a:rPr>
              <a:t>We have grounded our feature selection in established clinical research (referenced in our Literature Review). Features like flattened F0 and reduced dynamic energy are proven biomarkers for psychomotor retardation associated with depression.</a:t>
            </a:r>
          </a:p>
          <a:p>
            <a:pPr marL="685791" lvl="0" indent="-342900" algn="just">
              <a:buClr>
                <a:srgbClr val="0000FF"/>
              </a:buClr>
              <a:buSzPts val="2400"/>
              <a:buFont typeface="Arial" panose="020B0604020202020204" pitchFamily="34" charset="0"/>
              <a:buChar char="•"/>
            </a:pPr>
            <a:endParaRPr lang="en-US" sz="2000" dirty="0">
              <a:solidFill>
                <a:schemeClr val="accent2"/>
              </a:solidFill>
              <a:latin typeface="Trebuchet MS" panose="020B0603020202020204" pitchFamily="34" charset="0"/>
            </a:endParaRPr>
          </a:p>
          <a:p>
            <a:pPr marL="685791" lvl="0" indent="-342900" algn="just">
              <a:buClr>
                <a:srgbClr val="0000FF"/>
              </a:buClr>
              <a:buSzPts val="2400"/>
              <a:buFont typeface="Arial" panose="020B0604020202020204" pitchFamily="34" charset="0"/>
              <a:buChar char="•"/>
            </a:pPr>
            <a:r>
              <a:rPr lang="en-US" sz="2000" b="1" dirty="0">
                <a:solidFill>
                  <a:schemeClr val="accent2"/>
                </a:solidFill>
              </a:rPr>
              <a:t>Feedback 2: Enhanced Graph Interpretability</a:t>
            </a:r>
          </a:p>
          <a:p>
            <a:pPr marL="685791" lvl="0" indent="-342900" algn="just">
              <a:buClr>
                <a:srgbClr val="0000FF"/>
              </a:buClr>
              <a:buSzPts val="2400"/>
              <a:buFont typeface="Arial" panose="020B0604020202020204" pitchFamily="34" charset="0"/>
              <a:buChar char="•"/>
            </a:pPr>
            <a:r>
              <a:rPr lang="en-US" sz="2000" b="1" dirty="0">
                <a:solidFill>
                  <a:schemeClr val="accent2"/>
                </a:solidFill>
              </a:rPr>
              <a:t>Suggestion: </a:t>
            </a:r>
            <a:r>
              <a:rPr lang="en-US" sz="2000" dirty="0">
                <a:solidFill>
                  <a:schemeClr val="accent2"/>
                </a:solidFill>
              </a:rPr>
              <a:t>Provide a more detailed explanation of the output graphs and what they signify.</a:t>
            </a:r>
          </a:p>
          <a:p>
            <a:pPr marL="685791" lvl="0" indent="-342900" algn="just">
              <a:buClr>
                <a:srgbClr val="0000FF"/>
              </a:buClr>
              <a:buSzPts val="2400"/>
              <a:buFont typeface="Arial" panose="020B0604020202020204" pitchFamily="34" charset="0"/>
              <a:buChar char="•"/>
            </a:pPr>
            <a:r>
              <a:rPr lang="en-US" sz="2000" b="1" dirty="0">
                <a:solidFill>
                  <a:schemeClr val="accent2"/>
                </a:solidFill>
              </a:rPr>
              <a:t>Action Taken: </a:t>
            </a:r>
            <a:r>
              <a:rPr lang="en-US" sz="2000" dirty="0">
                <a:solidFill>
                  <a:schemeClr val="accent2"/>
                </a:solidFill>
              </a:rPr>
              <a:t>We have integrated an Attention Mechanism into our LSTM model. We will showcase detailed Attention Heatmaps and Waveform Overlays to visually explain exactly which speech segments the model flags.</a:t>
            </a:r>
            <a:endParaRPr sz="2000" dirty="0">
              <a:solidFill>
                <a:schemeClr val="accent2"/>
              </a:solidFill>
              <a:latin typeface="Trebuchet MS" panose="020B0603020202020204" pitchFamily="34" charset="0"/>
            </a:endParaRPr>
          </a:p>
        </p:txBody>
      </p:sp>
      <p:sp>
        <p:nvSpPr>
          <p:cNvPr id="124" name="Google Shape;124;p4"/>
          <p:cNvSpPr txBox="1"/>
          <p:nvPr/>
        </p:nvSpPr>
        <p:spPr>
          <a:xfrm>
            <a:off x="4191000" y="1143002"/>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None/>
            </a:pPr>
            <a:r>
              <a:rPr lang="en-US" sz="2400" dirty="0">
                <a:solidFill>
                  <a:srgbClr val="FF0000"/>
                </a:solidFill>
                <a:latin typeface="Trebuchet MS"/>
                <a:ea typeface="Trebuchet MS"/>
                <a:cs typeface="Trebuchet MS"/>
                <a:sym typeface="Trebuchet MS"/>
              </a:rPr>
              <a:t>Suggestions from Phase2 review 1</a:t>
            </a:r>
            <a:endParaRPr dirty="0"/>
          </a:p>
        </p:txBody>
      </p:sp>
      <p:pic>
        <p:nvPicPr>
          <p:cNvPr id="125" name="Google Shape;125;p4"/>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26" name="Google Shape;126;p4"/>
          <p:cNvSpPr txBox="1">
            <a:spLocks noGrp="1"/>
          </p:cNvSpPr>
          <p:nvPr>
            <p:ph type="ftr" idx="11"/>
          </p:nvPr>
        </p:nvSpPr>
        <p:spPr>
          <a:xfrm>
            <a:off x="3392129" y="6356350"/>
            <a:ext cx="4761271"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27" name="Google Shape;12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28" name="Google Shape;128;p4"/>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5"/>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4" name="Google Shape;134;p5"/>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Design Approach </a:t>
            </a:r>
            <a:endParaRPr sz="1400">
              <a:solidFill>
                <a:srgbClr val="000000"/>
              </a:solidFill>
              <a:latin typeface="Arial"/>
              <a:ea typeface="Arial"/>
              <a:cs typeface="Arial"/>
              <a:sym typeface="Arial"/>
            </a:endParaRPr>
          </a:p>
        </p:txBody>
      </p:sp>
      <p:pic>
        <p:nvPicPr>
          <p:cNvPr id="136" name="Google Shape;136;p5"/>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37" name="Google Shape;137;p5"/>
          <p:cNvSpPr txBox="1">
            <a:spLocks noGrp="1"/>
          </p:cNvSpPr>
          <p:nvPr>
            <p:ph type="ftr" idx="11"/>
          </p:nvPr>
        </p:nvSpPr>
        <p:spPr>
          <a:xfrm>
            <a:off x="3264310" y="6356350"/>
            <a:ext cx="488909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38" name="Google Shape;13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39" name="Google Shape;139;p5"/>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2" name="Rectangle 1">
            <a:extLst>
              <a:ext uri="{FF2B5EF4-FFF2-40B4-BE49-F238E27FC236}">
                <a16:creationId xmlns:a16="http://schemas.microsoft.com/office/drawing/2014/main" id="{8217C9F6-AB21-E0AE-F776-87BACBD08D21}"/>
              </a:ext>
            </a:extLst>
          </p:cNvPr>
          <p:cNvSpPr>
            <a:spLocks noChangeArrowheads="1"/>
          </p:cNvSpPr>
          <p:nvPr/>
        </p:nvSpPr>
        <p:spPr bwMode="auto">
          <a:xfrm>
            <a:off x="1030148" y="1727142"/>
            <a:ext cx="963785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Approach Followed:</a:t>
            </a:r>
            <a:r>
              <a:rPr kumimoji="0" lang="en-US" altLang="en-US" sz="2400" b="0" i="0" u="none" strike="noStrike" cap="none" normalizeH="0" baseline="0" dirty="0">
                <a:ln>
                  <a:noFill/>
                </a:ln>
                <a:solidFill>
                  <a:schemeClr val="accent2"/>
                </a:solidFill>
                <a:effectLst/>
                <a:latin typeface="Trebuchet MS" panose="020B0603020202020204" pitchFamily="34" charset="0"/>
              </a:rPr>
              <a:t> A modular, dual-processing pipeline utilizing customized, code-driven audio cleaning paired with robust feature extraction libraries.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2"/>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Key Differentiator:</a:t>
            </a:r>
            <a:r>
              <a:rPr kumimoji="0" lang="en-US" altLang="en-US" sz="2400" b="0" i="0" u="none" strike="noStrike" cap="none" normalizeH="0" baseline="0" dirty="0">
                <a:ln>
                  <a:noFill/>
                </a:ln>
                <a:solidFill>
                  <a:schemeClr val="accent2"/>
                </a:solidFill>
                <a:effectLst/>
                <a:latin typeface="Trebuchet MS" panose="020B0603020202020204" pitchFamily="34" charset="0"/>
              </a:rPr>
              <a:t> Unlike standard approaches, our system integrates transcript-based speaker isolation with frame-level feature extraction for significantly improved signal quality.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accent2"/>
              </a:solidFill>
              <a:effectLst/>
              <a:latin typeface="Trebuchet MS" panose="020B06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2"/>
                </a:solidFill>
                <a:effectLst/>
                <a:latin typeface="Trebuchet MS" panose="020B0603020202020204" pitchFamily="34" charset="0"/>
              </a:rPr>
              <a:t>Benefits:</a:t>
            </a:r>
            <a:r>
              <a:rPr kumimoji="0" lang="en-US" altLang="en-US" sz="2400" b="0" i="0" u="none" strike="noStrike" cap="none" normalizeH="0" baseline="0" dirty="0">
                <a:ln>
                  <a:noFill/>
                </a:ln>
                <a:solidFill>
                  <a:schemeClr val="accent2"/>
                </a:solidFill>
                <a:effectLst/>
                <a:latin typeface="Trebuchet MS" panose="020B0603020202020204" pitchFamily="34" charset="0"/>
              </a:rPr>
              <a:t> By filtering out interviewer noise and extracting features at the micro-frame level, we provide our downstream temporal models (LSTM) with highly concentrated, patient-specific behavioral data</a:t>
            </a:r>
            <a:r>
              <a:rPr kumimoji="0" lang="en-US" altLang="en-US" sz="2400" b="0" i="0" u="none" strike="noStrike" cap="none" normalizeH="0" baseline="0" dirty="0">
                <a:ln>
                  <a:noFill/>
                </a:ln>
                <a:solidFill>
                  <a:schemeClr val="accent2"/>
                </a:solidFill>
                <a:effectLst/>
                <a:latin typeface="Arial" panose="020B0604020202020204"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6"/>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Design Constraints, Assumptions &amp; Dependencies</a:t>
            </a:r>
            <a:endParaRPr sz="2400">
              <a:solidFill>
                <a:schemeClr val="dk1"/>
              </a:solidFill>
              <a:latin typeface="Calibri"/>
              <a:ea typeface="Calibri"/>
              <a:cs typeface="Calibri"/>
              <a:sym typeface="Calibri"/>
            </a:endParaRPr>
          </a:p>
        </p:txBody>
      </p:sp>
      <p:sp>
        <p:nvSpPr>
          <p:cNvPr id="146" name="Google Shape;146;p6"/>
          <p:cNvSpPr txBox="1"/>
          <p:nvPr/>
        </p:nvSpPr>
        <p:spPr>
          <a:xfrm>
            <a:off x="846538" y="1739871"/>
            <a:ext cx="10705382" cy="4036885"/>
          </a:xfrm>
          <a:prstGeom prst="rect">
            <a:avLst/>
          </a:prstGeom>
          <a:noFill/>
          <a:ln>
            <a:noFill/>
          </a:ln>
        </p:spPr>
        <p:txBody>
          <a:bodyPr spcFirstLastPara="1" wrap="square" lIns="91425" tIns="45700" rIns="91425" bIns="45700" anchor="ctr" anchorCtr="0">
            <a:noAutofit/>
          </a:bodyPr>
          <a:lstStyle/>
          <a:p>
            <a:pPr marL="800100" lvl="0" indent="-342900" algn="just">
              <a:spcBef>
                <a:spcPts val="480"/>
              </a:spcBef>
              <a:buFont typeface="Arial" panose="020B0604020202020204" pitchFamily="34" charset="0"/>
              <a:buChar char="•"/>
            </a:pPr>
            <a:r>
              <a:rPr lang="en-US" sz="2400" b="1" dirty="0">
                <a:solidFill>
                  <a:schemeClr val="accent2"/>
                </a:solidFill>
                <a:latin typeface="Trebuchet MS" panose="020B0603020202020204" pitchFamily="34" charset="0"/>
              </a:rPr>
              <a:t>Constraints:</a:t>
            </a:r>
            <a:r>
              <a:rPr lang="en-US" sz="2400" dirty="0">
                <a:solidFill>
                  <a:schemeClr val="accent2"/>
                </a:solidFill>
                <a:latin typeface="Trebuchet MS" panose="020B0603020202020204" pitchFamily="34" charset="0"/>
              </a:rPr>
              <a:t> Demographic variance (e.g., male vs. female vocal baselines) requires careful thresholding to avoid biased sensitivity.</a:t>
            </a:r>
          </a:p>
          <a:p>
            <a:pPr marL="800100" lvl="0" indent="-342900" algn="just">
              <a:spcBef>
                <a:spcPts val="480"/>
              </a:spcBef>
              <a:buFont typeface="Arial" panose="020B0604020202020204" pitchFamily="34" charset="0"/>
              <a:buChar char="•"/>
            </a:pPr>
            <a:endParaRPr sz="2400" dirty="0">
              <a:solidFill>
                <a:schemeClr val="accent2"/>
              </a:solidFill>
              <a:latin typeface="Trebuchet MS" panose="020B0603020202020204" pitchFamily="34" charset="0"/>
            </a:endParaRPr>
          </a:p>
          <a:p>
            <a:pPr marL="800100" lvl="0" indent="-342900" algn="just">
              <a:spcBef>
                <a:spcPts val="480"/>
              </a:spcBef>
              <a:buFont typeface="Arial" panose="020B0604020202020204" pitchFamily="34" charset="0"/>
              <a:buChar char="•"/>
            </a:pPr>
            <a:r>
              <a:rPr lang="en-US" sz="2400" b="1" dirty="0">
                <a:solidFill>
                  <a:schemeClr val="accent2"/>
                </a:solidFill>
                <a:latin typeface="Trebuchet MS" panose="020B0603020202020204" pitchFamily="34" charset="0"/>
              </a:rPr>
              <a:t>Assumptions:</a:t>
            </a:r>
            <a:r>
              <a:rPr lang="en-US" sz="2400" dirty="0">
                <a:solidFill>
                  <a:schemeClr val="accent2"/>
                </a:solidFill>
                <a:latin typeface="Trebuchet MS" panose="020B0603020202020204" pitchFamily="34" charset="0"/>
              </a:rPr>
              <a:t> Short-duration, frame-level speech segments contain sufficient paralinguistic biomarkers for accurate detection.</a:t>
            </a:r>
          </a:p>
          <a:p>
            <a:pPr marL="800100" lvl="0" indent="-342900" algn="just">
              <a:spcBef>
                <a:spcPts val="480"/>
              </a:spcBef>
              <a:buFont typeface="Arial" panose="020B0604020202020204" pitchFamily="34" charset="0"/>
              <a:buChar char="•"/>
            </a:pPr>
            <a:endParaRPr lang="en-US" sz="2400" dirty="0">
              <a:solidFill>
                <a:schemeClr val="accent2"/>
              </a:solidFill>
              <a:latin typeface="Trebuchet MS" panose="020B0603020202020204" pitchFamily="34" charset="0"/>
            </a:endParaRPr>
          </a:p>
          <a:p>
            <a:pPr marL="800100" lvl="0" indent="-342900" algn="just">
              <a:spcBef>
                <a:spcPts val="480"/>
              </a:spcBef>
              <a:buFont typeface="Arial" panose="020B0604020202020204" pitchFamily="34" charset="0"/>
              <a:buChar char="•"/>
            </a:pPr>
            <a:r>
              <a:rPr lang="en-US" sz="2400" b="1" dirty="0">
                <a:solidFill>
                  <a:schemeClr val="accent2"/>
                </a:solidFill>
                <a:latin typeface="Trebuchet MS" panose="020B0603020202020204" pitchFamily="34" charset="0"/>
              </a:rPr>
              <a:t>Dependencies:</a:t>
            </a:r>
            <a:r>
              <a:rPr lang="en-US" sz="2400" dirty="0">
                <a:solidFill>
                  <a:schemeClr val="accent2"/>
                </a:solidFill>
                <a:latin typeface="Trebuchet MS" panose="020B0603020202020204" pitchFamily="34" charset="0"/>
              </a:rPr>
              <a:t> Python-based signal processing libraries (</a:t>
            </a:r>
            <a:r>
              <a:rPr lang="en-US" sz="2400" dirty="0" err="1">
                <a:solidFill>
                  <a:schemeClr val="accent2"/>
                </a:solidFill>
                <a:latin typeface="Trebuchet MS" panose="020B0603020202020204" pitchFamily="34" charset="0"/>
              </a:rPr>
              <a:t>librosa</a:t>
            </a:r>
            <a:r>
              <a:rPr lang="en-US" sz="2400" dirty="0">
                <a:solidFill>
                  <a:schemeClr val="accent2"/>
                </a:solidFill>
                <a:latin typeface="Trebuchet MS" panose="020B0603020202020204" pitchFamily="34" charset="0"/>
              </a:rPr>
              <a:t>, </a:t>
            </a:r>
            <a:r>
              <a:rPr lang="en-US" sz="2400" dirty="0" err="1">
                <a:solidFill>
                  <a:schemeClr val="accent2"/>
                </a:solidFill>
                <a:latin typeface="Trebuchet MS" panose="020B0603020202020204" pitchFamily="34" charset="0"/>
              </a:rPr>
              <a:t>scipy</a:t>
            </a:r>
            <a:r>
              <a:rPr lang="en-US" sz="2400" dirty="0">
                <a:solidFill>
                  <a:schemeClr val="accent2"/>
                </a:solidFill>
                <a:latin typeface="Trebuchet MS" panose="020B0603020202020204" pitchFamily="34" charset="0"/>
              </a:rPr>
              <a:t>, </a:t>
            </a:r>
            <a:r>
              <a:rPr lang="en-US" sz="2400" dirty="0" err="1">
                <a:solidFill>
                  <a:schemeClr val="accent2"/>
                </a:solidFill>
                <a:latin typeface="Trebuchet MS" panose="020B0603020202020204" pitchFamily="34" charset="0"/>
              </a:rPr>
              <a:t>numpy</a:t>
            </a:r>
            <a:r>
              <a:rPr lang="en-US" sz="2400" dirty="0">
                <a:solidFill>
                  <a:schemeClr val="accent2"/>
                </a:solidFill>
                <a:latin typeface="Trebuchet MS" panose="020B0603020202020204" pitchFamily="34" charset="0"/>
              </a:rPr>
              <a:t>, pandas) to handle the heavy lifting of audio manipulation and feature structuring.</a:t>
            </a:r>
            <a:endParaRPr sz="2400" dirty="0">
              <a:solidFill>
                <a:schemeClr val="accent2"/>
              </a:solidFill>
              <a:latin typeface="Trebuchet MS" panose="020B0603020202020204" pitchFamily="34" charset="0"/>
            </a:endParaRPr>
          </a:p>
        </p:txBody>
      </p:sp>
      <p:pic>
        <p:nvPicPr>
          <p:cNvPr id="147" name="Google Shape;147;p6"/>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48" name="Google Shape;148;p6"/>
          <p:cNvSpPr txBox="1">
            <a:spLocks noGrp="1"/>
          </p:cNvSpPr>
          <p:nvPr>
            <p:ph type="ftr" idx="11"/>
          </p:nvPr>
        </p:nvSpPr>
        <p:spPr>
          <a:xfrm>
            <a:off x="3323303" y="6356350"/>
            <a:ext cx="483009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49" name="Google Shape;1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50" name="Google Shape;150;p6"/>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80479DC-C9D0-68F3-C4F1-FBC82C967FB5}"/>
            </a:ext>
          </a:extLst>
        </p:cNvPr>
        <p:cNvGrpSpPr/>
        <p:nvPr/>
      </p:nvGrpSpPr>
      <p:grpSpPr>
        <a:xfrm>
          <a:off x="0" y="0"/>
          <a:ext cx="0" cy="0"/>
          <a:chOff x="0" y="0"/>
          <a:chExt cx="0" cy="0"/>
        </a:xfrm>
      </p:grpSpPr>
      <p:sp>
        <p:nvSpPr>
          <p:cNvPr id="144" name="Google Shape;144;p6">
            <a:extLst>
              <a:ext uri="{FF2B5EF4-FFF2-40B4-BE49-F238E27FC236}">
                <a16:creationId xmlns:a16="http://schemas.microsoft.com/office/drawing/2014/main" id="{B3C36359-E60A-66F2-24D4-A374860EA083}"/>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6">
            <a:extLst>
              <a:ext uri="{FF2B5EF4-FFF2-40B4-BE49-F238E27FC236}">
                <a16:creationId xmlns:a16="http://schemas.microsoft.com/office/drawing/2014/main" id="{1CA3CFCD-7503-E4BF-6278-E16EA6106EBE}"/>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lvl="0" indent="-342900" algn="r"/>
            <a:r>
              <a:rPr lang="en-US" sz="2400" dirty="0">
                <a:solidFill>
                  <a:srgbClr val="FF0000"/>
                </a:solidFill>
                <a:latin typeface="Trebuchet MS" panose="020B0603020202020204" pitchFamily="34" charset="0"/>
              </a:rPr>
              <a:t>Clinical Validity of Acoustic &amp; Prosodic Features</a:t>
            </a:r>
            <a:endParaRPr sz="2400" dirty="0">
              <a:solidFill>
                <a:srgbClr val="FF0000"/>
              </a:solidFill>
              <a:latin typeface="Trebuchet MS" panose="020B0603020202020204" pitchFamily="34" charset="0"/>
              <a:ea typeface="Calibri"/>
              <a:cs typeface="Calibri"/>
              <a:sym typeface="Calibri"/>
            </a:endParaRPr>
          </a:p>
        </p:txBody>
      </p:sp>
      <p:sp>
        <p:nvSpPr>
          <p:cNvPr id="146" name="Google Shape;146;p6">
            <a:extLst>
              <a:ext uri="{FF2B5EF4-FFF2-40B4-BE49-F238E27FC236}">
                <a16:creationId xmlns:a16="http://schemas.microsoft.com/office/drawing/2014/main" id="{FB4BE43B-1FED-1887-9597-B5A38C960BFA}"/>
              </a:ext>
            </a:extLst>
          </p:cNvPr>
          <p:cNvSpPr txBox="1"/>
          <p:nvPr/>
        </p:nvSpPr>
        <p:spPr>
          <a:xfrm>
            <a:off x="368968" y="1739871"/>
            <a:ext cx="11182952" cy="4446529"/>
          </a:xfrm>
          <a:prstGeom prst="rect">
            <a:avLst/>
          </a:prstGeom>
          <a:noFill/>
          <a:ln>
            <a:noFill/>
          </a:ln>
        </p:spPr>
        <p:txBody>
          <a:bodyPr spcFirstLastPara="1" wrap="square" lIns="91425" tIns="45700" rIns="91425" bIns="45700" anchor="ctr" anchorCtr="0">
            <a:noAutofit/>
          </a:bodyPr>
          <a:lstStyle/>
          <a:p>
            <a:pPr marL="800100" lvl="0" indent="-342900" algn="just">
              <a:spcBef>
                <a:spcPts val="480"/>
              </a:spcBef>
              <a:buFont typeface="Arial" panose="020B0604020202020204" pitchFamily="34" charset="0"/>
              <a:buChar char="•"/>
            </a:pPr>
            <a:r>
              <a:rPr lang="en-US" sz="2200" b="1" dirty="0">
                <a:solidFill>
                  <a:schemeClr val="accent2"/>
                </a:solidFill>
                <a:latin typeface="Trebuchet MS" panose="020B0603020202020204" pitchFamily="34" charset="0"/>
              </a:rPr>
              <a:t>Prosodic Features (F0/Pitch &amp; Energy):</a:t>
            </a:r>
            <a:r>
              <a:rPr lang="en-US" sz="2200" dirty="0">
                <a:solidFill>
                  <a:schemeClr val="accent2"/>
                </a:solidFill>
                <a:latin typeface="Trebuchet MS" panose="020B0603020202020204" pitchFamily="34" charset="0"/>
              </a:rPr>
              <a:t> Depressed individuals frequently exhibit psychomotor retardation, leading to flattened intonation, reduced volume, and slower speech rates.</a:t>
            </a:r>
          </a:p>
          <a:p>
            <a:pPr marL="800100" lvl="0" indent="-342900" algn="just">
              <a:spcBef>
                <a:spcPts val="480"/>
              </a:spcBef>
              <a:buFont typeface="Arial" panose="020B0604020202020204" pitchFamily="34" charset="0"/>
              <a:buChar char="•"/>
            </a:pPr>
            <a:r>
              <a:rPr lang="en-US" sz="2200" i="1" dirty="0">
                <a:solidFill>
                  <a:schemeClr val="accent2"/>
                </a:solidFill>
                <a:latin typeface="Trebuchet MS" panose="020B0603020202020204" pitchFamily="34" charset="0"/>
              </a:rPr>
              <a:t>Medical Backing:</a:t>
            </a:r>
            <a:r>
              <a:rPr lang="en-US" sz="2200" dirty="0">
                <a:solidFill>
                  <a:schemeClr val="accent2"/>
                </a:solidFill>
                <a:latin typeface="Trebuchet MS" panose="020B0603020202020204" pitchFamily="34" charset="0"/>
              </a:rPr>
              <a:t> Cummins et al. (2015) and Williamson et al. (2014) demonstrate that motor incoordination directly alters these prosodic vocal biomarkers.</a:t>
            </a:r>
          </a:p>
          <a:p>
            <a:pPr marL="800100" lvl="0" indent="-342900" algn="just">
              <a:spcBef>
                <a:spcPts val="480"/>
              </a:spcBef>
              <a:buFont typeface="Arial" panose="020B0604020202020204" pitchFamily="34" charset="0"/>
              <a:buChar char="•"/>
            </a:pPr>
            <a:r>
              <a:rPr lang="en-US" sz="2200" b="1" dirty="0">
                <a:solidFill>
                  <a:schemeClr val="accent2"/>
                </a:solidFill>
                <a:latin typeface="Trebuchet MS" panose="020B0603020202020204" pitchFamily="34" charset="0"/>
              </a:rPr>
              <a:t>Acoustic/Spectral Features (MFCCs):</a:t>
            </a:r>
            <a:r>
              <a:rPr lang="en-US" sz="2200" dirty="0">
                <a:solidFill>
                  <a:schemeClr val="accent2"/>
                </a:solidFill>
                <a:latin typeface="Trebuchet MS" panose="020B0603020202020204" pitchFamily="34" charset="0"/>
              </a:rPr>
              <a:t> Mel-Frequency Cepstral Coefficients (MFCCs) capture the shape of the vocal tract. Depression alters muscle tension and articulation, changing the timbre of the voice.</a:t>
            </a:r>
          </a:p>
          <a:p>
            <a:pPr marL="800100" lvl="0" indent="-342900" algn="just">
              <a:spcBef>
                <a:spcPts val="480"/>
              </a:spcBef>
              <a:buFont typeface="Arial" panose="020B0604020202020204" pitchFamily="34" charset="0"/>
              <a:buChar char="•"/>
            </a:pPr>
            <a:r>
              <a:rPr lang="en-US" sz="2200" i="1" dirty="0">
                <a:solidFill>
                  <a:schemeClr val="accent2"/>
                </a:solidFill>
                <a:latin typeface="Trebuchet MS" panose="020B0603020202020204" pitchFamily="34" charset="0"/>
              </a:rPr>
              <a:t>Medical Backing:</a:t>
            </a:r>
            <a:r>
              <a:rPr lang="en-US" sz="2200" dirty="0">
                <a:solidFill>
                  <a:schemeClr val="accent2"/>
                </a:solidFill>
                <a:latin typeface="Trebuchet MS" panose="020B0603020202020204" pitchFamily="34" charset="0"/>
              </a:rPr>
              <a:t> </a:t>
            </a:r>
            <a:r>
              <a:rPr lang="en-US" sz="2200" dirty="0" err="1">
                <a:solidFill>
                  <a:schemeClr val="accent2"/>
                </a:solidFill>
                <a:latin typeface="Trebuchet MS" panose="020B0603020202020204" pitchFamily="34" charset="0"/>
              </a:rPr>
              <a:t>Alghowinem</a:t>
            </a:r>
            <a:r>
              <a:rPr lang="en-US" sz="2200" dirty="0">
                <a:solidFill>
                  <a:schemeClr val="accent2"/>
                </a:solidFill>
                <a:latin typeface="Trebuchet MS" panose="020B0603020202020204" pitchFamily="34" charset="0"/>
              </a:rPr>
              <a:t> et al. (2013) validated that MFCC variance is a highly reliable metric for distinguishing depressed speech from healthy spontaneous speech.</a:t>
            </a:r>
            <a:endParaRPr sz="2200" dirty="0">
              <a:solidFill>
                <a:schemeClr val="accent2"/>
              </a:solidFill>
              <a:latin typeface="Trebuchet MS" panose="020B0603020202020204" pitchFamily="34" charset="0"/>
            </a:endParaRPr>
          </a:p>
        </p:txBody>
      </p:sp>
      <p:pic>
        <p:nvPicPr>
          <p:cNvPr id="147" name="Google Shape;147;p6">
            <a:extLst>
              <a:ext uri="{FF2B5EF4-FFF2-40B4-BE49-F238E27FC236}">
                <a16:creationId xmlns:a16="http://schemas.microsoft.com/office/drawing/2014/main" id="{C6B387CE-D91C-FD39-AB6E-49B77B1A34F4}"/>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48" name="Google Shape;148;p6">
            <a:extLst>
              <a:ext uri="{FF2B5EF4-FFF2-40B4-BE49-F238E27FC236}">
                <a16:creationId xmlns:a16="http://schemas.microsoft.com/office/drawing/2014/main" id="{D1068EBE-C0D2-B102-BEDD-505E671A2EFE}"/>
              </a:ext>
            </a:extLst>
          </p:cNvPr>
          <p:cNvSpPr txBox="1">
            <a:spLocks noGrp="1"/>
          </p:cNvSpPr>
          <p:nvPr>
            <p:ph type="ftr" idx="11"/>
          </p:nvPr>
        </p:nvSpPr>
        <p:spPr>
          <a:xfrm>
            <a:off x="3313471" y="6356350"/>
            <a:ext cx="48399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49" name="Google Shape;149;p6">
            <a:extLst>
              <a:ext uri="{FF2B5EF4-FFF2-40B4-BE49-F238E27FC236}">
                <a16:creationId xmlns:a16="http://schemas.microsoft.com/office/drawing/2014/main" id="{F3852CAE-90E2-3194-A886-8C9E24CA73B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50" name="Google Shape;150;p6">
            <a:extLst>
              <a:ext uri="{FF2B5EF4-FFF2-40B4-BE49-F238E27FC236}">
                <a16:creationId xmlns:a16="http://schemas.microsoft.com/office/drawing/2014/main" id="{1978AE76-367E-6890-9EBE-3196B8B36DDF}"/>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extLst>
      <p:ext uri="{BB962C8B-B14F-4D97-AF65-F5344CB8AC3E}">
        <p14:creationId xmlns:p14="http://schemas.microsoft.com/office/powerpoint/2010/main" val="3604472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7"/>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p7"/>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Proposed Methodology / Approach</a:t>
            </a:r>
            <a:endParaRPr sz="2400">
              <a:solidFill>
                <a:schemeClr val="dk1"/>
              </a:solidFill>
              <a:latin typeface="Calibri"/>
              <a:ea typeface="Calibri"/>
              <a:cs typeface="Calibri"/>
              <a:sym typeface="Calibri"/>
            </a:endParaRPr>
          </a:p>
        </p:txBody>
      </p:sp>
      <p:sp>
        <p:nvSpPr>
          <p:cNvPr id="157" name="Google Shape;157;p7"/>
          <p:cNvSpPr txBox="1"/>
          <p:nvPr/>
        </p:nvSpPr>
        <p:spPr>
          <a:xfrm>
            <a:off x="1467445" y="1813071"/>
            <a:ext cx="9627275" cy="4307289"/>
          </a:xfrm>
          <a:prstGeom prst="rect">
            <a:avLst/>
          </a:prstGeom>
          <a:noFill/>
          <a:ln>
            <a:noFill/>
          </a:ln>
        </p:spPr>
        <p:txBody>
          <a:bodyPr spcFirstLastPara="1" wrap="square" lIns="91425" tIns="45700" rIns="91425" bIns="45700" anchor="ctr" anchorCtr="0">
            <a:noAutofit/>
          </a:bodyPr>
          <a:lstStyle/>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Enhanced Pipeline Flow:</a:t>
            </a:r>
            <a:endParaRPr lang="en-US"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Transcript-driven speaker filtering:</a:t>
            </a:r>
            <a:r>
              <a:rPr lang="en-US" sz="2400" dirty="0">
                <a:solidFill>
                  <a:schemeClr val="accent2"/>
                </a:solidFill>
                <a:latin typeface="Trebuchet MS" panose="020B0603020202020204" pitchFamily="34" charset="0"/>
              </a:rPr>
              <a:t> Automated removal of the virtual interviewer (Ellie).</a:t>
            </a:r>
          </a:p>
          <a:p>
            <a:pPr marL="342900" lvl="1" indent="-342900">
              <a:buFont typeface="Arial" panose="020B0604020202020204" pitchFamily="34" charset="0"/>
              <a:buChar char="•"/>
            </a:pPr>
            <a:r>
              <a:rPr lang="en-IN" sz="2400" b="1" dirty="0">
                <a:solidFill>
                  <a:schemeClr val="accent2"/>
                </a:solidFill>
                <a:latin typeface="Trebuchet MS" panose="020B0603020202020204" pitchFamily="34" charset="0"/>
              </a:rPr>
              <a:t>Modular preprocessing pipeline:</a:t>
            </a:r>
            <a:r>
              <a:rPr lang="en-IN" sz="2400" dirty="0">
                <a:solidFill>
                  <a:schemeClr val="accent2"/>
                </a:solidFill>
                <a:latin typeface="Trebuchet MS" panose="020B0603020202020204" pitchFamily="34" charset="0"/>
              </a:rPr>
              <a:t> Sequential application of Noise Reduction, Silence Removal, and Normalization (</a:t>
            </a:r>
            <a:r>
              <a:rPr lang="en-IN" sz="2400" dirty="0" err="1">
                <a:solidFill>
                  <a:schemeClr val="accent2"/>
                </a:solidFill>
                <a:latin typeface="Trebuchet MS" panose="020B0603020202020204" pitchFamily="34" charset="0"/>
              </a:rPr>
              <a:t>preprocess_audio</a:t>
            </a:r>
            <a:r>
              <a:rPr lang="en-IN" sz="2400" dirty="0">
                <a:solidFill>
                  <a:schemeClr val="accent2"/>
                </a:solidFill>
                <a:latin typeface="Trebuchet MS" panose="020B0603020202020204" pitchFamily="34" charset="0"/>
              </a:rPr>
              <a:t>(segment, </a:t>
            </a:r>
            <a:r>
              <a:rPr lang="en-IN" sz="2400" dirty="0" err="1">
                <a:solidFill>
                  <a:schemeClr val="accent2"/>
                </a:solidFill>
                <a:latin typeface="Trebuchet MS" panose="020B0603020202020204" pitchFamily="34" charset="0"/>
              </a:rPr>
              <a:t>sr</a:t>
            </a:r>
            <a:r>
              <a:rPr lang="en-IN" sz="2400" dirty="0">
                <a:solidFill>
                  <a:schemeClr val="accent2"/>
                </a:solidFill>
                <a:latin typeface="Trebuchet MS" panose="020B0603020202020204" pitchFamily="34" charset="0"/>
              </a:rPr>
              <a:t>)).</a:t>
            </a:r>
          </a:p>
          <a:p>
            <a:pPr marL="342900" lvl="1" indent="-342900">
              <a:buFont typeface="Arial" panose="020B0604020202020204" pitchFamily="34" charset="0"/>
              <a:buChar char="•"/>
            </a:pPr>
            <a:r>
              <a:rPr lang="en-IN" sz="2400" b="1" dirty="0">
                <a:solidFill>
                  <a:schemeClr val="accent2"/>
                </a:solidFill>
                <a:latin typeface="Trebuchet MS" panose="020B0603020202020204" pitchFamily="34" charset="0"/>
              </a:rPr>
              <a:t>Frame-wise segmentation:</a:t>
            </a:r>
            <a:r>
              <a:rPr lang="en-IN" sz="2400" dirty="0">
                <a:solidFill>
                  <a:schemeClr val="accent2"/>
                </a:solidFill>
                <a:latin typeface="Trebuchet MS" panose="020B0603020202020204" pitchFamily="34" charset="0"/>
              </a:rPr>
              <a:t> Dynamic slicing of continuous speech into discrete chunks.</a:t>
            </a:r>
          </a:p>
          <a:p>
            <a:pPr marL="342900" lvl="1" indent="-342900">
              <a:buFont typeface="Arial" panose="020B0604020202020204" pitchFamily="34" charset="0"/>
              <a:buChar char="•"/>
            </a:pPr>
            <a:r>
              <a:rPr lang="en-IN" sz="2400" b="1" dirty="0">
                <a:solidFill>
                  <a:schemeClr val="accent2"/>
                </a:solidFill>
                <a:latin typeface="Trebuchet MS" panose="020B0603020202020204" pitchFamily="34" charset="0"/>
              </a:rPr>
              <a:t>Feature extraction:</a:t>
            </a:r>
            <a:r>
              <a:rPr lang="en-IN" sz="2400" dirty="0">
                <a:solidFill>
                  <a:schemeClr val="accent2"/>
                </a:solidFill>
                <a:latin typeface="Trebuchet MS" panose="020B0603020202020204" pitchFamily="34" charset="0"/>
              </a:rPr>
              <a:t> Granular extraction of MFCC, Energy, and Pitch per frame.</a:t>
            </a:r>
          </a:p>
          <a:p>
            <a:pPr marL="342900" marR="0" lvl="0" indent="-220980" algn="just" rtl="0">
              <a:spcBef>
                <a:spcPts val="480"/>
              </a:spcBef>
              <a:spcAft>
                <a:spcPts val="0"/>
              </a:spcAft>
              <a:buClr>
                <a:srgbClr val="FF0000"/>
              </a:buClr>
              <a:buSzPts val="1920"/>
              <a:buFont typeface="Arial"/>
              <a:buNone/>
            </a:pPr>
            <a:endParaRPr sz="2400" dirty="0">
              <a:solidFill>
                <a:srgbClr val="0033CC"/>
              </a:solidFill>
              <a:latin typeface="Calibri"/>
              <a:ea typeface="Calibri"/>
              <a:cs typeface="Calibri"/>
              <a:sym typeface="Calibri"/>
            </a:endParaRPr>
          </a:p>
        </p:txBody>
      </p:sp>
      <p:pic>
        <p:nvPicPr>
          <p:cNvPr id="158" name="Google Shape;158;p7"/>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59" name="Google Shape;159;p7"/>
          <p:cNvSpPr txBox="1">
            <a:spLocks noGrp="1"/>
          </p:cNvSpPr>
          <p:nvPr>
            <p:ph type="ftr" idx="11"/>
          </p:nvPr>
        </p:nvSpPr>
        <p:spPr>
          <a:xfrm>
            <a:off x="3392129" y="6356350"/>
            <a:ext cx="4761271"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60" name="Google Shape;16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61" name="Google Shape;161;p7"/>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8"/>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p8"/>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Architecture</a:t>
            </a:r>
            <a:endParaRPr sz="2400">
              <a:solidFill>
                <a:schemeClr val="dk1"/>
              </a:solidFill>
              <a:latin typeface="Calibri"/>
              <a:ea typeface="Calibri"/>
              <a:cs typeface="Calibri"/>
              <a:sym typeface="Calibri"/>
            </a:endParaRPr>
          </a:p>
        </p:txBody>
      </p:sp>
      <p:pic>
        <p:nvPicPr>
          <p:cNvPr id="169" name="Google Shape;169;p8"/>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0" name="Google Shape;170;p8"/>
          <p:cNvSpPr txBox="1">
            <a:spLocks noGrp="1"/>
          </p:cNvSpPr>
          <p:nvPr>
            <p:ph type="ftr" idx="11"/>
          </p:nvPr>
        </p:nvSpPr>
        <p:spPr>
          <a:xfrm>
            <a:off x="3401961" y="6356350"/>
            <a:ext cx="475143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71" name="Google Shape;17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72" name="Google Shape;172;p8"/>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4" name="TextBox 3">
            <a:extLst>
              <a:ext uri="{FF2B5EF4-FFF2-40B4-BE49-F238E27FC236}">
                <a16:creationId xmlns:a16="http://schemas.microsoft.com/office/drawing/2014/main" id="{FF4809F7-73ED-A621-E00A-99C205159B33}"/>
              </a:ext>
            </a:extLst>
          </p:cNvPr>
          <p:cNvSpPr txBox="1"/>
          <p:nvPr/>
        </p:nvSpPr>
        <p:spPr>
          <a:xfrm>
            <a:off x="508000" y="1739871"/>
            <a:ext cx="10784840" cy="1015663"/>
          </a:xfrm>
          <a:prstGeom prst="rect">
            <a:avLst/>
          </a:prstGeom>
          <a:noFill/>
        </p:spPr>
        <p:txBody>
          <a:bodyPr wrap="square" rtlCol="0">
            <a:spAutoFit/>
          </a:bodyPr>
          <a:lstStyle/>
          <a:p>
            <a:r>
              <a:rPr lang="en-IN" sz="2000" b="1" dirty="0">
                <a:solidFill>
                  <a:schemeClr val="accent2"/>
                </a:solidFill>
                <a:latin typeface="Trebuchet MS" panose="020B0603020202020204" pitchFamily="34" charset="0"/>
              </a:rPr>
              <a:t>High-Level Design View:</a:t>
            </a:r>
            <a:r>
              <a:rPr lang="en-IN" sz="2000" dirty="0">
                <a:solidFill>
                  <a:schemeClr val="accent2"/>
                </a:solidFill>
                <a:latin typeface="Trebuchet MS" panose="020B0603020202020204" pitchFamily="34" charset="0"/>
              </a:rPr>
              <a:t> Raw Speech Input (300_AUDIO.wav + 300_TRANSCRIPT.csv) -&gt; Intelligent Speaker Isolation -&gt; Segmentation and Framing -&gt; Feature Extraction (</a:t>
            </a:r>
            <a:r>
              <a:rPr lang="en-IN" sz="2000" dirty="0" err="1">
                <a:solidFill>
                  <a:schemeClr val="accent2"/>
                </a:solidFill>
                <a:latin typeface="Trebuchet MS" panose="020B0603020202020204" pitchFamily="34" charset="0"/>
              </a:rPr>
              <a:t>Librosa</a:t>
            </a:r>
            <a:r>
              <a:rPr lang="en-IN" sz="2000" dirty="0">
                <a:solidFill>
                  <a:schemeClr val="accent2"/>
                </a:solidFill>
                <a:latin typeface="Trebuchet MS" panose="020B0603020202020204" pitchFamily="34" charset="0"/>
              </a:rPr>
              <a:t>) -&gt; Structured Output (frame_features.csv) -&gt; Temporal Consistency </a:t>
            </a:r>
            <a:r>
              <a:rPr lang="en-IN" sz="2000" dirty="0" err="1">
                <a:solidFill>
                  <a:schemeClr val="accent2"/>
                </a:solidFill>
                <a:latin typeface="Trebuchet MS" panose="020B0603020202020204" pitchFamily="34" charset="0"/>
              </a:rPr>
              <a:t>Modeling</a:t>
            </a:r>
            <a:r>
              <a:rPr lang="en-IN" sz="2000" dirty="0">
                <a:solidFill>
                  <a:schemeClr val="accent2"/>
                </a:solidFill>
                <a:latin typeface="Trebuchet MS" panose="020B0603020202020204" pitchFamily="34" charset="0"/>
              </a:rPr>
              <a:t> -&gt; Prediction.</a:t>
            </a:r>
          </a:p>
        </p:txBody>
      </p:sp>
      <p:pic>
        <p:nvPicPr>
          <p:cNvPr id="6" name="Picture 5">
            <a:extLst>
              <a:ext uri="{FF2B5EF4-FFF2-40B4-BE49-F238E27FC236}">
                <a16:creationId xmlns:a16="http://schemas.microsoft.com/office/drawing/2014/main" id="{64310276-0CA1-3DB7-711D-BF1B8C48D00E}"/>
              </a:ext>
            </a:extLst>
          </p:cNvPr>
          <p:cNvPicPr>
            <a:picLocks noChangeAspect="1"/>
          </p:cNvPicPr>
          <p:nvPr/>
        </p:nvPicPr>
        <p:blipFill>
          <a:blip r:embed="rId4"/>
          <a:stretch>
            <a:fillRect/>
          </a:stretch>
        </p:blipFill>
        <p:spPr>
          <a:xfrm>
            <a:off x="508000" y="2794886"/>
            <a:ext cx="10784840" cy="31182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BF16E09C-6C75-FA4D-C65B-0856A984613B}"/>
            </a:ext>
          </a:extLst>
        </p:cNvPr>
        <p:cNvGrpSpPr/>
        <p:nvPr/>
      </p:nvGrpSpPr>
      <p:grpSpPr>
        <a:xfrm>
          <a:off x="0" y="0"/>
          <a:ext cx="0" cy="0"/>
          <a:chOff x="0" y="0"/>
          <a:chExt cx="0" cy="0"/>
        </a:xfrm>
      </p:grpSpPr>
      <p:sp>
        <p:nvSpPr>
          <p:cNvPr id="166" name="Google Shape;166;p8">
            <a:extLst>
              <a:ext uri="{FF2B5EF4-FFF2-40B4-BE49-F238E27FC236}">
                <a16:creationId xmlns:a16="http://schemas.microsoft.com/office/drawing/2014/main" id="{2B06774D-BCF9-CA23-A323-1FBB66DA25BA}"/>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p8">
            <a:extLst>
              <a:ext uri="{FF2B5EF4-FFF2-40B4-BE49-F238E27FC236}">
                <a16:creationId xmlns:a16="http://schemas.microsoft.com/office/drawing/2014/main" id="{B8931A7E-7409-7797-4EBA-4A94FB3DB007}"/>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lvl="0" indent="-342900" algn="r"/>
            <a:r>
              <a:rPr lang="en-IN" sz="2400" dirty="0">
                <a:solidFill>
                  <a:srgbClr val="FF0000"/>
                </a:solidFill>
                <a:latin typeface="Trebuchet MS" panose="020B0603020202020204" pitchFamily="34" charset="0"/>
              </a:rPr>
              <a:t>System Architecture &amp; Data Pipeline</a:t>
            </a:r>
            <a:endParaRPr sz="2400" dirty="0">
              <a:solidFill>
                <a:srgbClr val="FF0000"/>
              </a:solidFill>
              <a:latin typeface="Trebuchet MS" panose="020B0603020202020204" pitchFamily="34" charset="0"/>
              <a:ea typeface="Calibri"/>
              <a:cs typeface="Calibri"/>
              <a:sym typeface="Calibri"/>
            </a:endParaRPr>
          </a:p>
        </p:txBody>
      </p:sp>
      <p:pic>
        <p:nvPicPr>
          <p:cNvPr id="169" name="Google Shape;169;p8">
            <a:extLst>
              <a:ext uri="{FF2B5EF4-FFF2-40B4-BE49-F238E27FC236}">
                <a16:creationId xmlns:a16="http://schemas.microsoft.com/office/drawing/2014/main" id="{1DF32058-918C-2B59-694A-2416191EFD76}"/>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0" name="Google Shape;170;p8">
            <a:extLst>
              <a:ext uri="{FF2B5EF4-FFF2-40B4-BE49-F238E27FC236}">
                <a16:creationId xmlns:a16="http://schemas.microsoft.com/office/drawing/2014/main" id="{2DAB0656-0038-D0FE-FFD5-FE5EDB461E45}"/>
              </a:ext>
            </a:extLst>
          </p:cNvPr>
          <p:cNvSpPr txBox="1">
            <a:spLocks noGrp="1"/>
          </p:cNvSpPr>
          <p:nvPr>
            <p:ph type="ftr" idx="11"/>
          </p:nvPr>
        </p:nvSpPr>
        <p:spPr>
          <a:xfrm>
            <a:off x="3392129" y="6356350"/>
            <a:ext cx="4761271"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71" name="Google Shape;171;p8">
            <a:extLst>
              <a:ext uri="{FF2B5EF4-FFF2-40B4-BE49-F238E27FC236}">
                <a16:creationId xmlns:a16="http://schemas.microsoft.com/office/drawing/2014/main" id="{5FC3CCD2-3F5A-09F7-98E0-1962CA114ED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72" name="Google Shape;172;p8">
            <a:extLst>
              <a:ext uri="{FF2B5EF4-FFF2-40B4-BE49-F238E27FC236}">
                <a16:creationId xmlns:a16="http://schemas.microsoft.com/office/drawing/2014/main" id="{690FD54E-2680-5CA1-76A5-192092D55369}"/>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2" name="TextBox 1">
            <a:extLst>
              <a:ext uri="{FF2B5EF4-FFF2-40B4-BE49-F238E27FC236}">
                <a16:creationId xmlns:a16="http://schemas.microsoft.com/office/drawing/2014/main" id="{D56F286E-3812-8CC4-5F5D-DF8D34FCC1D3}"/>
              </a:ext>
            </a:extLst>
          </p:cNvPr>
          <p:cNvSpPr txBox="1"/>
          <p:nvPr/>
        </p:nvSpPr>
        <p:spPr>
          <a:xfrm>
            <a:off x="930442" y="1925053"/>
            <a:ext cx="10331116" cy="4154984"/>
          </a:xfrm>
          <a:prstGeom prst="rect">
            <a:avLst/>
          </a:prstGeom>
          <a:noFill/>
        </p:spPr>
        <p:txBody>
          <a:bodyPr wrap="square" rtlCol="0">
            <a:spAutoFit/>
          </a:bodyPr>
          <a:lstStyle/>
          <a:p>
            <a:pPr marL="285750" indent="-285750">
              <a:buFont typeface="Arial" panose="020B0604020202020204" pitchFamily="34" charset="0"/>
              <a:buChar char="•"/>
            </a:pPr>
            <a:r>
              <a:rPr lang="en-US" sz="2400" b="1" dirty="0">
                <a:solidFill>
                  <a:schemeClr val="accent2"/>
                </a:solidFill>
                <a:latin typeface="Trebuchet MS" panose="020B0603020202020204" pitchFamily="34" charset="0"/>
              </a:rPr>
              <a:t>Step 1: Multi-Modal Input:</a:t>
            </a:r>
            <a:r>
              <a:rPr lang="en-US" sz="2400" dirty="0">
                <a:solidFill>
                  <a:schemeClr val="accent2"/>
                </a:solidFill>
                <a:latin typeface="Trebuchet MS" panose="020B0603020202020204" pitchFamily="34" charset="0"/>
              </a:rPr>
              <a:t> Ingestion of raw audio (300_AUDIO.wav) alongside its corresponding transcript (300_TRANSCRIPT.csv).</a:t>
            </a:r>
          </a:p>
          <a:p>
            <a:pPr marL="285750" indent="-285750">
              <a:buFont typeface="Arial" panose="020B0604020202020204" pitchFamily="34" charset="0"/>
              <a:buChar char="•"/>
            </a:pPr>
            <a:r>
              <a:rPr lang="en-US" sz="2400" b="1" dirty="0">
                <a:solidFill>
                  <a:schemeClr val="accent2"/>
                </a:solidFill>
                <a:latin typeface="Trebuchet MS" panose="020B0603020202020204" pitchFamily="34" charset="0"/>
              </a:rPr>
              <a:t>Step 2: Intelligent Speaker Isolation:</a:t>
            </a:r>
            <a:r>
              <a:rPr lang="en-US" sz="2400" dirty="0">
                <a:solidFill>
                  <a:schemeClr val="accent2"/>
                </a:solidFill>
                <a:latin typeface="Trebuchet MS" panose="020B0603020202020204" pitchFamily="34" charset="0"/>
              </a:rPr>
              <a:t> Automated parsing of the CSV to strip out the virtual interviewer ("Ellie") and isolate purely participant speech.</a:t>
            </a:r>
          </a:p>
          <a:p>
            <a:pPr marL="285750" indent="-285750">
              <a:buFont typeface="Arial" panose="020B0604020202020204" pitchFamily="34" charset="0"/>
              <a:buChar char="•"/>
            </a:pPr>
            <a:r>
              <a:rPr lang="en-US" sz="2400" b="1" dirty="0">
                <a:solidFill>
                  <a:schemeClr val="accent2"/>
                </a:solidFill>
                <a:latin typeface="Trebuchet MS" panose="020B0603020202020204" pitchFamily="34" charset="0"/>
              </a:rPr>
              <a:t>Step 3: Signal Preprocessing:</a:t>
            </a:r>
            <a:r>
              <a:rPr lang="en-US" sz="2400" dirty="0">
                <a:solidFill>
                  <a:schemeClr val="accent2"/>
                </a:solidFill>
                <a:latin typeface="Trebuchet MS" panose="020B0603020202020204" pitchFamily="34" charset="0"/>
              </a:rPr>
              <a:t> Applying noise reduction, silence trimming, and RMS normalization to the isolated audio.</a:t>
            </a:r>
          </a:p>
          <a:p>
            <a:pPr marL="285750" indent="-285750">
              <a:buFont typeface="Arial" panose="020B0604020202020204" pitchFamily="34" charset="0"/>
              <a:buChar char="•"/>
            </a:pPr>
            <a:r>
              <a:rPr lang="en-US" sz="2400" b="1" dirty="0">
                <a:solidFill>
                  <a:schemeClr val="accent2"/>
                </a:solidFill>
                <a:latin typeface="Trebuchet MS" panose="020B0603020202020204" pitchFamily="34" charset="0"/>
              </a:rPr>
              <a:t>Step 4: Micro-Segmentation:</a:t>
            </a:r>
            <a:r>
              <a:rPr lang="en-US" sz="2400" dirty="0">
                <a:solidFill>
                  <a:schemeClr val="accent2"/>
                </a:solidFill>
                <a:latin typeface="Trebuchet MS" panose="020B0603020202020204" pitchFamily="34" charset="0"/>
              </a:rPr>
              <a:t> Dynamic slicing of continuous speech into discrete, sequential frames suitable for recurrent neural networks.</a:t>
            </a:r>
          </a:p>
          <a:p>
            <a:pPr marL="285750" indent="-285750">
              <a:buFont typeface="Arial" panose="020B0604020202020204" pitchFamily="34" charset="0"/>
              <a:buChar char="•"/>
            </a:pPr>
            <a:r>
              <a:rPr lang="en-US" sz="2400" b="1" dirty="0">
                <a:solidFill>
                  <a:schemeClr val="accent2"/>
                </a:solidFill>
                <a:latin typeface="Trebuchet MS" panose="020B0603020202020204" pitchFamily="34" charset="0"/>
              </a:rPr>
              <a:t>Step 5: Feature Extraction:</a:t>
            </a:r>
            <a:r>
              <a:rPr lang="en-US" sz="2400" dirty="0">
                <a:solidFill>
                  <a:schemeClr val="accent2"/>
                </a:solidFill>
                <a:latin typeface="Trebuchet MS" panose="020B0603020202020204" pitchFamily="34" charset="0"/>
              </a:rPr>
              <a:t> Generating the final 28-dimensional feature sets (MFCCs, Pitch, Energy) and outputting to structured CSVs.</a:t>
            </a:r>
            <a:endParaRPr lang="en-IN" sz="2400" dirty="0">
              <a:solidFill>
                <a:schemeClr val="accent2"/>
              </a:solidFill>
              <a:latin typeface="Trebuchet MS" panose="020B0603020202020204" pitchFamily="34" charset="0"/>
            </a:endParaRPr>
          </a:p>
        </p:txBody>
      </p:sp>
    </p:spTree>
    <p:extLst>
      <p:ext uri="{BB962C8B-B14F-4D97-AF65-F5344CB8AC3E}">
        <p14:creationId xmlns:p14="http://schemas.microsoft.com/office/powerpoint/2010/main" val="559222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5076BCB1-3374-BD2E-8C99-F0B0D95FEC24}"/>
            </a:ext>
          </a:extLst>
        </p:cNvPr>
        <p:cNvGrpSpPr/>
        <p:nvPr/>
      </p:nvGrpSpPr>
      <p:grpSpPr>
        <a:xfrm>
          <a:off x="0" y="0"/>
          <a:ext cx="0" cy="0"/>
          <a:chOff x="0" y="0"/>
          <a:chExt cx="0" cy="0"/>
        </a:xfrm>
      </p:grpSpPr>
      <p:sp>
        <p:nvSpPr>
          <p:cNvPr id="190" name="Google Shape;190;p10">
            <a:extLst>
              <a:ext uri="{FF2B5EF4-FFF2-40B4-BE49-F238E27FC236}">
                <a16:creationId xmlns:a16="http://schemas.microsoft.com/office/drawing/2014/main" id="{1819EFFA-5E03-7EB0-AD41-08BB134DDFB3}"/>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0">
            <a:extLst>
              <a:ext uri="{FF2B5EF4-FFF2-40B4-BE49-F238E27FC236}">
                <a16:creationId xmlns:a16="http://schemas.microsoft.com/office/drawing/2014/main" id="{CF8DCB59-1931-FF63-DB0E-CC7D86C432F7}"/>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lvl="0" indent="-342900" algn="r"/>
            <a:r>
              <a:rPr lang="en-IN" sz="2400" dirty="0">
                <a:solidFill>
                  <a:srgbClr val="FF0000"/>
                </a:solidFill>
                <a:latin typeface="Trebuchet MS" panose="020B0603020202020204" pitchFamily="34" charset="0"/>
              </a:rPr>
              <a:t>Implementation Highlights</a:t>
            </a:r>
            <a:endParaRPr sz="2400" dirty="0">
              <a:solidFill>
                <a:srgbClr val="FF0000"/>
              </a:solidFill>
              <a:latin typeface="Trebuchet MS" panose="020B0603020202020204" pitchFamily="34" charset="0"/>
              <a:ea typeface="Calibri"/>
              <a:cs typeface="Calibri"/>
              <a:sym typeface="Calibri"/>
            </a:endParaRPr>
          </a:p>
        </p:txBody>
      </p:sp>
      <p:pic>
        <p:nvPicPr>
          <p:cNvPr id="193" name="Google Shape;193;p10">
            <a:extLst>
              <a:ext uri="{FF2B5EF4-FFF2-40B4-BE49-F238E27FC236}">
                <a16:creationId xmlns:a16="http://schemas.microsoft.com/office/drawing/2014/main" id="{71E00B78-074C-942D-DFE2-3851D6D7E44A}"/>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94" name="Google Shape;194;p10">
            <a:extLst>
              <a:ext uri="{FF2B5EF4-FFF2-40B4-BE49-F238E27FC236}">
                <a16:creationId xmlns:a16="http://schemas.microsoft.com/office/drawing/2014/main" id="{06EF8D3C-1362-5FDA-D3F7-055B574C4A76}"/>
              </a:ext>
            </a:extLst>
          </p:cNvPr>
          <p:cNvSpPr txBox="1">
            <a:spLocks noGrp="1"/>
          </p:cNvSpPr>
          <p:nvPr>
            <p:ph type="ftr" idx="11"/>
          </p:nvPr>
        </p:nvSpPr>
        <p:spPr>
          <a:xfrm>
            <a:off x="3362632" y="6356350"/>
            <a:ext cx="479076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95" name="Google Shape;195;p10">
            <a:extLst>
              <a:ext uri="{FF2B5EF4-FFF2-40B4-BE49-F238E27FC236}">
                <a16:creationId xmlns:a16="http://schemas.microsoft.com/office/drawing/2014/main" id="{51BEFDDC-C873-374A-9B62-864F8A05C72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96" name="Google Shape;196;p10">
            <a:extLst>
              <a:ext uri="{FF2B5EF4-FFF2-40B4-BE49-F238E27FC236}">
                <a16:creationId xmlns:a16="http://schemas.microsoft.com/office/drawing/2014/main" id="{628357B6-EEAB-D3DD-CFD8-0BE25EF67BA6}"/>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2" name="TextBox 1">
            <a:extLst>
              <a:ext uri="{FF2B5EF4-FFF2-40B4-BE49-F238E27FC236}">
                <a16:creationId xmlns:a16="http://schemas.microsoft.com/office/drawing/2014/main" id="{CDF1CCAA-B78B-89AB-65D9-CEDC45995CE0}"/>
              </a:ext>
            </a:extLst>
          </p:cNvPr>
          <p:cNvSpPr txBox="1"/>
          <p:nvPr/>
        </p:nvSpPr>
        <p:spPr>
          <a:xfrm>
            <a:off x="701040" y="1797902"/>
            <a:ext cx="10652759" cy="4693593"/>
          </a:xfrm>
          <a:prstGeom prst="rect">
            <a:avLst/>
          </a:prstGeom>
          <a:noFill/>
        </p:spPr>
        <p:txBody>
          <a:bodyPr wrap="square" rtlCol="0">
            <a:spAutoFit/>
          </a:bodyPr>
          <a:lstStyle/>
          <a:p>
            <a:pPr marL="342900" indent="-342900">
              <a:buFont typeface="Arial" panose="020B0604020202020204" pitchFamily="34" charset="0"/>
              <a:buChar char="•"/>
            </a:pPr>
            <a:r>
              <a:rPr lang="en-IN" sz="2300" dirty="0">
                <a:solidFill>
                  <a:schemeClr val="accent2"/>
                </a:solidFill>
                <a:latin typeface="Trebuchet MS" panose="020B0603020202020204" pitchFamily="34" charset="0"/>
              </a:rPr>
              <a:t>Key Engineering Contributions:</a:t>
            </a:r>
          </a:p>
          <a:p>
            <a:pPr marL="342900" indent="-342900">
              <a:buFont typeface="Arial" panose="020B0604020202020204" pitchFamily="34" charset="0"/>
              <a:buChar char="•"/>
            </a:pPr>
            <a:r>
              <a:rPr lang="en-US" sz="2300" b="1" dirty="0">
                <a:solidFill>
                  <a:schemeClr val="accent2"/>
                </a:solidFill>
                <a:latin typeface="Trebuchet MS" panose="020B0603020202020204" pitchFamily="34" charset="0"/>
              </a:rPr>
              <a:t>Automated transcript parsing for speaker isolation:</a:t>
            </a:r>
            <a:r>
              <a:rPr lang="en-US" sz="2300" dirty="0">
                <a:solidFill>
                  <a:schemeClr val="accent2"/>
                </a:solidFill>
                <a:latin typeface="Trebuchet MS" panose="020B0603020202020204" pitchFamily="34" charset="0"/>
              </a:rPr>
              <a:t> The system reads the CSV, maps timestamps, and completely discards interviewer speech (if speaker != "participant": continue), ensuring the model learns only from the patient.</a:t>
            </a:r>
          </a:p>
          <a:p>
            <a:pPr marL="342900" indent="-342900">
              <a:buFont typeface="Arial" panose="020B0604020202020204" pitchFamily="34" charset="0"/>
              <a:buChar char="•"/>
            </a:pPr>
            <a:r>
              <a:rPr lang="en-IN" sz="2300" b="1" dirty="0">
                <a:solidFill>
                  <a:schemeClr val="accent2"/>
                </a:solidFill>
                <a:latin typeface="Trebuchet MS" panose="020B0603020202020204" pitchFamily="34" charset="0"/>
              </a:rPr>
              <a:t>Dynamic frame generation:</a:t>
            </a:r>
            <a:r>
              <a:rPr lang="en-IN" sz="2300" dirty="0">
                <a:solidFill>
                  <a:schemeClr val="accent2"/>
                </a:solidFill>
                <a:latin typeface="Trebuchet MS" panose="020B0603020202020204" pitchFamily="34" charset="0"/>
              </a:rPr>
              <a:t> The framing script automatically converts cleaned speech into thousands of usable micro-segments (e.g., segX_frameY.wav), perfectly formatted for LSTM input.</a:t>
            </a:r>
          </a:p>
          <a:p>
            <a:pPr marL="342900" indent="-342900">
              <a:buFont typeface="Arial" panose="020B0604020202020204" pitchFamily="34" charset="0"/>
              <a:buChar char="•"/>
            </a:pPr>
            <a:r>
              <a:rPr lang="en-US" sz="2300" b="1" dirty="0">
                <a:solidFill>
                  <a:schemeClr val="accent2"/>
                </a:solidFill>
                <a:latin typeface="Trebuchet MS" panose="020B0603020202020204" pitchFamily="34" charset="0"/>
              </a:rPr>
              <a:t>Optimized Feature Extraction:</a:t>
            </a:r>
            <a:r>
              <a:rPr lang="en-US" sz="2300" dirty="0">
                <a:solidFill>
                  <a:schemeClr val="accent2"/>
                </a:solidFill>
                <a:latin typeface="Trebuchet MS" panose="020B0603020202020204" pitchFamily="34" charset="0"/>
              </a:rPr>
              <a:t> Utilizing highly specific parameters like </a:t>
            </a:r>
            <a:r>
              <a:rPr lang="en-US" sz="2300" dirty="0" err="1">
                <a:solidFill>
                  <a:schemeClr val="accent2"/>
                </a:solidFill>
                <a:latin typeface="Trebuchet MS" panose="020B0603020202020204" pitchFamily="34" charset="0"/>
              </a:rPr>
              <a:t>n_fft</a:t>
            </a:r>
            <a:r>
              <a:rPr lang="en-US" sz="2300" dirty="0">
                <a:solidFill>
                  <a:schemeClr val="accent2"/>
                </a:solidFill>
                <a:latin typeface="Trebuchet MS" panose="020B0603020202020204" pitchFamily="34" charset="0"/>
              </a:rPr>
              <a:t>=512 for precise frequency resolution.</a:t>
            </a:r>
          </a:p>
          <a:p>
            <a:pPr marL="342900" indent="-342900">
              <a:buFont typeface="Arial" panose="020B0604020202020204" pitchFamily="34" charset="0"/>
              <a:buChar char="•"/>
            </a:pPr>
            <a:r>
              <a:rPr lang="en-US" sz="2300" b="1" dirty="0">
                <a:solidFill>
                  <a:schemeClr val="accent2"/>
                </a:solidFill>
                <a:latin typeface="Trebuchet MS" panose="020B0603020202020204" pitchFamily="34" charset="0"/>
              </a:rPr>
              <a:t>Scalable pipeline architecture:</a:t>
            </a:r>
            <a:r>
              <a:rPr lang="en-US" sz="2300" dirty="0">
                <a:solidFill>
                  <a:schemeClr val="accent2"/>
                </a:solidFill>
                <a:latin typeface="Trebuchet MS" panose="020B0603020202020204" pitchFamily="34" charset="0"/>
              </a:rPr>
              <a:t> The code is designed for large-scale dataset processing, intelligently skipping already processed data to save compute time.</a:t>
            </a:r>
            <a:endParaRPr lang="en-IN" sz="2300" dirty="0">
              <a:solidFill>
                <a:schemeClr val="accent2"/>
              </a:solidFill>
              <a:latin typeface="Trebuchet MS" panose="020B0603020202020204" pitchFamily="34" charset="0"/>
            </a:endParaRPr>
          </a:p>
        </p:txBody>
      </p:sp>
    </p:spTree>
    <p:extLst>
      <p:ext uri="{BB962C8B-B14F-4D97-AF65-F5344CB8AC3E}">
        <p14:creationId xmlns:p14="http://schemas.microsoft.com/office/powerpoint/2010/main" val="2189689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9"/>
          <p:cNvSpPr/>
          <p:nvPr/>
        </p:nvSpPr>
        <p:spPr>
          <a:xfrm>
            <a:off x="3048000" y="1581151"/>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9"/>
          <p:cNvSpPr txBox="1"/>
          <p:nvPr/>
        </p:nvSpPr>
        <p:spPr>
          <a:xfrm>
            <a:off x="2895600" y="1143001"/>
            <a:ext cx="7772400" cy="461665"/>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Design Description</a:t>
            </a:r>
            <a:endParaRPr sz="2400">
              <a:solidFill>
                <a:schemeClr val="dk1"/>
              </a:solidFill>
              <a:latin typeface="Calibri"/>
              <a:ea typeface="Calibri"/>
              <a:cs typeface="Calibri"/>
              <a:sym typeface="Calibri"/>
            </a:endParaRPr>
          </a:p>
        </p:txBody>
      </p:sp>
      <p:pic>
        <p:nvPicPr>
          <p:cNvPr id="181" name="Google Shape;181;p9"/>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82" name="Google Shape;182;p9"/>
          <p:cNvSpPr txBox="1">
            <a:spLocks noGrp="1"/>
          </p:cNvSpPr>
          <p:nvPr>
            <p:ph type="ftr" idx="11"/>
          </p:nvPr>
        </p:nvSpPr>
        <p:spPr>
          <a:xfrm>
            <a:off x="3352800" y="6356350"/>
            <a:ext cx="4800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83" name="Google Shape;18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84" name="Google Shape;184;p9"/>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pic>
        <p:nvPicPr>
          <p:cNvPr id="5" name="Picture 4">
            <a:extLst>
              <a:ext uri="{FF2B5EF4-FFF2-40B4-BE49-F238E27FC236}">
                <a16:creationId xmlns:a16="http://schemas.microsoft.com/office/drawing/2014/main" id="{B9CE87AA-D15F-76FC-0835-B219301FBF4A}"/>
              </a:ext>
            </a:extLst>
          </p:cNvPr>
          <p:cNvPicPr>
            <a:picLocks noChangeAspect="1"/>
          </p:cNvPicPr>
          <p:nvPr/>
        </p:nvPicPr>
        <p:blipFill>
          <a:blip r:embed="rId4"/>
          <a:stretch>
            <a:fillRect/>
          </a:stretch>
        </p:blipFill>
        <p:spPr>
          <a:xfrm rot="16200000">
            <a:off x="350124" y="1564179"/>
            <a:ext cx="4496528" cy="4699063"/>
          </a:xfrm>
          <a:prstGeom prst="rect">
            <a:avLst/>
          </a:prstGeom>
        </p:spPr>
      </p:pic>
      <p:sp>
        <p:nvSpPr>
          <p:cNvPr id="8" name="TextBox 7">
            <a:extLst>
              <a:ext uri="{FF2B5EF4-FFF2-40B4-BE49-F238E27FC236}">
                <a16:creationId xmlns:a16="http://schemas.microsoft.com/office/drawing/2014/main" id="{CDCE695F-3423-1F22-BD17-E685D081DC76}"/>
              </a:ext>
            </a:extLst>
          </p:cNvPr>
          <p:cNvSpPr txBox="1"/>
          <p:nvPr/>
        </p:nvSpPr>
        <p:spPr>
          <a:xfrm>
            <a:off x="4953000" y="5573016"/>
            <a:ext cx="5029200" cy="461665"/>
          </a:xfrm>
          <a:prstGeom prst="rect">
            <a:avLst/>
          </a:prstGeom>
          <a:noFill/>
        </p:spPr>
        <p:txBody>
          <a:bodyPr wrap="square" rtlCol="0">
            <a:spAutoFit/>
          </a:bodyPr>
          <a:lstStyle/>
          <a:p>
            <a:r>
              <a:rPr lang="en-IN" sz="2400" dirty="0">
                <a:solidFill>
                  <a:schemeClr val="accent2"/>
                </a:solidFill>
                <a:latin typeface="Trebuchet MS" panose="020B0603020202020204" pitchFamily="34" charset="0"/>
              </a:rPr>
              <a:t>Use case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6517721D-D518-80A7-FFF1-7B4ADFD83BB0}"/>
            </a:ext>
          </a:extLst>
        </p:cNvPr>
        <p:cNvGrpSpPr/>
        <p:nvPr/>
      </p:nvGrpSpPr>
      <p:grpSpPr>
        <a:xfrm>
          <a:off x="0" y="0"/>
          <a:ext cx="0" cy="0"/>
          <a:chOff x="0" y="0"/>
          <a:chExt cx="0" cy="0"/>
        </a:xfrm>
      </p:grpSpPr>
      <p:sp>
        <p:nvSpPr>
          <p:cNvPr id="178" name="Google Shape;178;p9">
            <a:extLst>
              <a:ext uri="{FF2B5EF4-FFF2-40B4-BE49-F238E27FC236}">
                <a16:creationId xmlns:a16="http://schemas.microsoft.com/office/drawing/2014/main" id="{1A930A6E-F6D6-A889-691C-92F036DFB76E}"/>
              </a:ext>
            </a:extLst>
          </p:cNvPr>
          <p:cNvSpPr/>
          <p:nvPr/>
        </p:nvSpPr>
        <p:spPr>
          <a:xfrm>
            <a:off x="3048000" y="1581151"/>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9">
            <a:extLst>
              <a:ext uri="{FF2B5EF4-FFF2-40B4-BE49-F238E27FC236}">
                <a16:creationId xmlns:a16="http://schemas.microsoft.com/office/drawing/2014/main" id="{3331EC54-360E-65BE-8E8B-35DDFBF01AAC}"/>
              </a:ext>
            </a:extLst>
          </p:cNvPr>
          <p:cNvSpPr txBox="1"/>
          <p:nvPr/>
        </p:nvSpPr>
        <p:spPr>
          <a:xfrm>
            <a:off x="2895600" y="1143001"/>
            <a:ext cx="7772400" cy="461665"/>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Design Description</a:t>
            </a:r>
            <a:endParaRPr sz="2400">
              <a:solidFill>
                <a:schemeClr val="dk1"/>
              </a:solidFill>
              <a:latin typeface="Calibri"/>
              <a:ea typeface="Calibri"/>
              <a:cs typeface="Calibri"/>
              <a:sym typeface="Calibri"/>
            </a:endParaRPr>
          </a:p>
        </p:txBody>
      </p:sp>
      <p:pic>
        <p:nvPicPr>
          <p:cNvPr id="181" name="Google Shape;181;p9">
            <a:extLst>
              <a:ext uri="{FF2B5EF4-FFF2-40B4-BE49-F238E27FC236}">
                <a16:creationId xmlns:a16="http://schemas.microsoft.com/office/drawing/2014/main" id="{9264A5EE-BAC8-BACA-F21C-DD4DBA5F9B42}"/>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82" name="Google Shape;182;p9">
            <a:extLst>
              <a:ext uri="{FF2B5EF4-FFF2-40B4-BE49-F238E27FC236}">
                <a16:creationId xmlns:a16="http://schemas.microsoft.com/office/drawing/2014/main" id="{63E9D5E7-AD2C-1E56-047E-3515A2C6CC35}"/>
              </a:ext>
            </a:extLst>
          </p:cNvPr>
          <p:cNvSpPr txBox="1">
            <a:spLocks noGrp="1"/>
          </p:cNvSpPr>
          <p:nvPr>
            <p:ph type="ftr" idx="11"/>
          </p:nvPr>
        </p:nvSpPr>
        <p:spPr>
          <a:xfrm>
            <a:off x="3342968" y="6356350"/>
            <a:ext cx="481043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83" name="Google Shape;183;p9">
            <a:extLst>
              <a:ext uri="{FF2B5EF4-FFF2-40B4-BE49-F238E27FC236}">
                <a16:creationId xmlns:a16="http://schemas.microsoft.com/office/drawing/2014/main" id="{234AD5EB-C64A-833F-3FE7-DD1C6E8E0AC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84" name="Google Shape;184;p9">
            <a:extLst>
              <a:ext uri="{FF2B5EF4-FFF2-40B4-BE49-F238E27FC236}">
                <a16:creationId xmlns:a16="http://schemas.microsoft.com/office/drawing/2014/main" id="{D1AE3782-4C05-2156-EF42-63E23BE349AE}"/>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pic>
        <p:nvPicPr>
          <p:cNvPr id="3" name="Picture 2">
            <a:extLst>
              <a:ext uri="{FF2B5EF4-FFF2-40B4-BE49-F238E27FC236}">
                <a16:creationId xmlns:a16="http://schemas.microsoft.com/office/drawing/2014/main" id="{7E6E0154-F22A-1D8D-0A4F-5428EE02E97F}"/>
              </a:ext>
            </a:extLst>
          </p:cNvPr>
          <p:cNvPicPr>
            <a:picLocks noChangeAspect="1"/>
          </p:cNvPicPr>
          <p:nvPr/>
        </p:nvPicPr>
        <p:blipFill>
          <a:blip r:embed="rId4"/>
          <a:stretch>
            <a:fillRect/>
          </a:stretch>
        </p:blipFill>
        <p:spPr>
          <a:xfrm>
            <a:off x="508000" y="1741170"/>
            <a:ext cx="10845800" cy="3375660"/>
          </a:xfrm>
          <a:prstGeom prst="rect">
            <a:avLst/>
          </a:prstGeom>
        </p:spPr>
      </p:pic>
      <p:sp>
        <p:nvSpPr>
          <p:cNvPr id="4" name="TextBox 3">
            <a:extLst>
              <a:ext uri="{FF2B5EF4-FFF2-40B4-BE49-F238E27FC236}">
                <a16:creationId xmlns:a16="http://schemas.microsoft.com/office/drawing/2014/main" id="{987C1731-146F-76FB-D9AC-A32A9D27E18B}"/>
              </a:ext>
            </a:extLst>
          </p:cNvPr>
          <p:cNvSpPr txBox="1"/>
          <p:nvPr/>
        </p:nvSpPr>
        <p:spPr>
          <a:xfrm>
            <a:off x="4953000" y="4885997"/>
            <a:ext cx="5029200" cy="461665"/>
          </a:xfrm>
          <a:prstGeom prst="rect">
            <a:avLst/>
          </a:prstGeom>
          <a:noFill/>
        </p:spPr>
        <p:txBody>
          <a:bodyPr wrap="square" rtlCol="0">
            <a:spAutoFit/>
          </a:bodyPr>
          <a:lstStyle/>
          <a:p>
            <a:r>
              <a:rPr lang="en-IN" sz="2400" dirty="0">
                <a:solidFill>
                  <a:schemeClr val="accent2"/>
                </a:solidFill>
                <a:latin typeface="Trebuchet MS" panose="020B0603020202020204" pitchFamily="34" charset="0"/>
              </a:rPr>
              <a:t>Master class Diagram</a:t>
            </a:r>
          </a:p>
        </p:txBody>
      </p:sp>
    </p:spTree>
    <p:extLst>
      <p:ext uri="{BB962C8B-B14F-4D97-AF65-F5344CB8AC3E}">
        <p14:creationId xmlns:p14="http://schemas.microsoft.com/office/powerpoint/2010/main" val="2897073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0"/>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a:solidFill>
                  <a:srgbClr val="FF0000"/>
                </a:solidFill>
                <a:latin typeface="Trebuchet MS"/>
                <a:ea typeface="Trebuchet MS"/>
                <a:cs typeface="Trebuchet MS"/>
                <a:sym typeface="Trebuchet MS"/>
              </a:rPr>
              <a:t>Technologies Used</a:t>
            </a:r>
            <a:endParaRPr sz="2400">
              <a:solidFill>
                <a:schemeClr val="dk1"/>
              </a:solidFill>
              <a:latin typeface="Calibri"/>
              <a:ea typeface="Calibri"/>
              <a:cs typeface="Calibri"/>
              <a:sym typeface="Calibri"/>
            </a:endParaRPr>
          </a:p>
        </p:txBody>
      </p:sp>
      <p:pic>
        <p:nvPicPr>
          <p:cNvPr id="193" name="Google Shape;193;p10"/>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94" name="Google Shape;194;p10"/>
          <p:cNvSpPr txBox="1">
            <a:spLocks noGrp="1"/>
          </p:cNvSpPr>
          <p:nvPr>
            <p:ph type="ftr" idx="11"/>
          </p:nvPr>
        </p:nvSpPr>
        <p:spPr>
          <a:xfrm>
            <a:off x="3352800" y="6356350"/>
            <a:ext cx="4800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95" name="Google Shape;19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96" name="Google Shape;196;p10"/>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3" name="TextBox 2">
            <a:extLst>
              <a:ext uri="{FF2B5EF4-FFF2-40B4-BE49-F238E27FC236}">
                <a16:creationId xmlns:a16="http://schemas.microsoft.com/office/drawing/2014/main" id="{2987E13D-3C6B-C1C1-D5C1-DF7CB151686F}"/>
              </a:ext>
            </a:extLst>
          </p:cNvPr>
          <p:cNvSpPr txBox="1"/>
          <p:nvPr/>
        </p:nvSpPr>
        <p:spPr>
          <a:xfrm>
            <a:off x="721895" y="1909011"/>
            <a:ext cx="10174706" cy="3785652"/>
          </a:xfrm>
          <a:prstGeom prst="rect">
            <a:avLst/>
          </a:prstGeom>
          <a:noFill/>
        </p:spPr>
        <p:txBody>
          <a:bodyPr wrap="square" rtlCol="0">
            <a:spAutoFit/>
          </a:bodyPr>
          <a:lstStyle/>
          <a:p>
            <a:pPr marL="342900" indent="-342900">
              <a:buFont typeface="Arial" panose="020B0604020202020204" pitchFamily="34" charset="0"/>
              <a:buChar char="•"/>
            </a:pPr>
            <a:r>
              <a:rPr lang="en-US" sz="2400" b="1" dirty="0" err="1">
                <a:solidFill>
                  <a:schemeClr val="accent2"/>
                </a:solidFill>
                <a:latin typeface="Trebuchet MS" panose="020B0603020202020204" pitchFamily="34" charset="0"/>
              </a:rPr>
              <a:t>librosa</a:t>
            </a:r>
            <a:r>
              <a:rPr lang="en-US" sz="2400" b="1" dirty="0">
                <a:solidFill>
                  <a:schemeClr val="accent2"/>
                </a:solidFill>
                <a:latin typeface="Trebuchet MS" panose="020B0603020202020204" pitchFamily="34" charset="0"/>
              </a:rPr>
              <a:t> &amp; </a:t>
            </a:r>
            <a:r>
              <a:rPr lang="en-US" sz="2400" b="1" dirty="0" err="1">
                <a:solidFill>
                  <a:schemeClr val="accent2"/>
                </a:solidFill>
                <a:latin typeface="Trebuchet MS" panose="020B0603020202020204" pitchFamily="34" charset="0"/>
              </a:rPr>
              <a:t>scipy</a:t>
            </a:r>
            <a:r>
              <a:rPr lang="en-US" sz="2400" b="1" dirty="0">
                <a:solidFill>
                  <a:schemeClr val="accent2"/>
                </a:solidFill>
                <a:latin typeface="Trebuchet MS" panose="020B0603020202020204" pitchFamily="34" charset="0"/>
              </a:rPr>
              <a:t>:</a:t>
            </a:r>
            <a:r>
              <a:rPr lang="en-US" sz="2400" dirty="0">
                <a:solidFill>
                  <a:schemeClr val="accent2"/>
                </a:solidFill>
                <a:latin typeface="Trebuchet MS" panose="020B0603020202020204" pitchFamily="34" charset="0"/>
              </a:rPr>
              <a:t> The core engines for our custom audio loading, filtering, framing, and granular feature extraction (Pitch tracking, MFCCs).</a:t>
            </a:r>
          </a:p>
          <a:p>
            <a:pPr marL="342900" indent="-342900">
              <a:buFont typeface="Arial" panose="020B0604020202020204" pitchFamily="34" charset="0"/>
              <a:buChar char="•"/>
            </a:pPr>
            <a:endParaRPr lang="en-US"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pandas &amp; </a:t>
            </a:r>
            <a:r>
              <a:rPr lang="en-US" sz="2400" b="1" dirty="0" err="1">
                <a:solidFill>
                  <a:schemeClr val="accent2"/>
                </a:solidFill>
                <a:latin typeface="Trebuchet MS" panose="020B0603020202020204" pitchFamily="34" charset="0"/>
              </a:rPr>
              <a:t>numpy</a:t>
            </a:r>
            <a:r>
              <a:rPr lang="en-US" sz="2400" b="1" dirty="0">
                <a:solidFill>
                  <a:schemeClr val="accent2"/>
                </a:solidFill>
                <a:latin typeface="Trebuchet MS" panose="020B0603020202020204" pitchFamily="34" charset="0"/>
              </a:rPr>
              <a:t>:</a:t>
            </a:r>
            <a:r>
              <a:rPr lang="en-US" sz="2400" dirty="0">
                <a:solidFill>
                  <a:schemeClr val="accent2"/>
                </a:solidFill>
                <a:latin typeface="Trebuchet MS" panose="020B0603020202020204" pitchFamily="34" charset="0"/>
              </a:rPr>
              <a:t> For parsing transcript CSVs, numerical matrix operations on audio arrays, and structuring the final 28-dimensional feature sets.</a:t>
            </a:r>
          </a:p>
          <a:p>
            <a:pPr marL="342900" indent="-342900">
              <a:buFont typeface="Arial" panose="020B0604020202020204" pitchFamily="34" charset="0"/>
              <a:buChar char="•"/>
            </a:pPr>
            <a:endParaRPr lang="en-US"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400" b="1" dirty="0" err="1">
                <a:solidFill>
                  <a:schemeClr val="accent2"/>
                </a:solidFill>
                <a:latin typeface="Trebuchet MS" panose="020B0603020202020204" pitchFamily="34" charset="0"/>
              </a:rPr>
              <a:t>noisereduce</a:t>
            </a:r>
            <a:r>
              <a:rPr lang="en-US" sz="2400" b="1" dirty="0">
                <a:solidFill>
                  <a:schemeClr val="accent2"/>
                </a:solidFill>
                <a:latin typeface="Trebuchet MS" panose="020B0603020202020204" pitchFamily="34" charset="0"/>
              </a:rPr>
              <a:t>:</a:t>
            </a:r>
            <a:r>
              <a:rPr lang="en-US" sz="2400" dirty="0">
                <a:solidFill>
                  <a:schemeClr val="accent2"/>
                </a:solidFill>
                <a:latin typeface="Trebuchet MS" panose="020B0603020202020204" pitchFamily="34" charset="0"/>
              </a:rPr>
              <a:t> Background noise suppression before feature extraction.</a:t>
            </a:r>
            <a:endParaRPr lang="en-IN" sz="2400" dirty="0">
              <a:solidFill>
                <a:schemeClr val="accent2"/>
              </a:solidFill>
              <a:latin typeface="Trebuchet MS" panose="020B0603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F6EECD65-22EF-8DB9-E26C-5CA586D28154}"/>
            </a:ext>
          </a:extLst>
        </p:cNvPr>
        <p:cNvGrpSpPr/>
        <p:nvPr/>
      </p:nvGrpSpPr>
      <p:grpSpPr>
        <a:xfrm>
          <a:off x="0" y="0"/>
          <a:ext cx="0" cy="0"/>
          <a:chOff x="0" y="0"/>
          <a:chExt cx="0" cy="0"/>
        </a:xfrm>
      </p:grpSpPr>
      <p:sp>
        <p:nvSpPr>
          <p:cNvPr id="190" name="Google Shape;190;p10">
            <a:extLst>
              <a:ext uri="{FF2B5EF4-FFF2-40B4-BE49-F238E27FC236}">
                <a16:creationId xmlns:a16="http://schemas.microsoft.com/office/drawing/2014/main" id="{DC83D9D1-3895-BBC8-3BB4-E2CB9D5037C8}"/>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0">
            <a:extLst>
              <a:ext uri="{FF2B5EF4-FFF2-40B4-BE49-F238E27FC236}">
                <a16:creationId xmlns:a16="http://schemas.microsoft.com/office/drawing/2014/main" id="{FC2F73CD-13B0-6B0F-618F-F87DCB6EBCD2}"/>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dirty="0">
                <a:solidFill>
                  <a:srgbClr val="FF0000"/>
                </a:solidFill>
                <a:latin typeface="Trebuchet MS"/>
                <a:ea typeface="Trebuchet MS"/>
                <a:cs typeface="Trebuchet MS"/>
                <a:sym typeface="Trebuchet MS"/>
              </a:rPr>
              <a:t>Data Exploration</a:t>
            </a:r>
            <a:endParaRPr sz="2400" dirty="0">
              <a:solidFill>
                <a:schemeClr val="dk1"/>
              </a:solidFill>
              <a:latin typeface="Calibri"/>
              <a:ea typeface="Calibri"/>
              <a:cs typeface="Calibri"/>
              <a:sym typeface="Calibri"/>
            </a:endParaRPr>
          </a:p>
        </p:txBody>
      </p:sp>
      <p:pic>
        <p:nvPicPr>
          <p:cNvPr id="193" name="Google Shape;193;p10">
            <a:extLst>
              <a:ext uri="{FF2B5EF4-FFF2-40B4-BE49-F238E27FC236}">
                <a16:creationId xmlns:a16="http://schemas.microsoft.com/office/drawing/2014/main" id="{67611C72-44B6-2A37-6C9B-19818425AD3E}"/>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94" name="Google Shape;194;p10">
            <a:extLst>
              <a:ext uri="{FF2B5EF4-FFF2-40B4-BE49-F238E27FC236}">
                <a16:creationId xmlns:a16="http://schemas.microsoft.com/office/drawing/2014/main" id="{8A5CE51C-50AA-C9C4-A3E0-E330D8AF1A17}"/>
              </a:ext>
            </a:extLst>
          </p:cNvPr>
          <p:cNvSpPr txBox="1">
            <a:spLocks noGrp="1"/>
          </p:cNvSpPr>
          <p:nvPr>
            <p:ph type="ftr" idx="11"/>
          </p:nvPr>
        </p:nvSpPr>
        <p:spPr>
          <a:xfrm>
            <a:off x="3352800" y="6356350"/>
            <a:ext cx="4800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95" name="Google Shape;195;p10">
            <a:extLst>
              <a:ext uri="{FF2B5EF4-FFF2-40B4-BE49-F238E27FC236}">
                <a16:creationId xmlns:a16="http://schemas.microsoft.com/office/drawing/2014/main" id="{ED527703-1E19-C8F7-8EB6-D4A7E38DCFE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96" name="Google Shape;196;p10">
            <a:extLst>
              <a:ext uri="{FF2B5EF4-FFF2-40B4-BE49-F238E27FC236}">
                <a16:creationId xmlns:a16="http://schemas.microsoft.com/office/drawing/2014/main" id="{0207F53A-D377-3830-F32B-481D9DD5D43B}"/>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7" name="TextBox 6">
            <a:extLst>
              <a:ext uri="{FF2B5EF4-FFF2-40B4-BE49-F238E27FC236}">
                <a16:creationId xmlns:a16="http://schemas.microsoft.com/office/drawing/2014/main" id="{FF98CBCE-603D-3308-C589-EF124B58113C}"/>
              </a:ext>
            </a:extLst>
          </p:cNvPr>
          <p:cNvSpPr txBox="1"/>
          <p:nvPr/>
        </p:nvSpPr>
        <p:spPr>
          <a:xfrm>
            <a:off x="383458" y="1829931"/>
            <a:ext cx="3313471" cy="4708981"/>
          </a:xfrm>
          <a:prstGeom prst="rect">
            <a:avLst/>
          </a:prstGeom>
          <a:noFill/>
        </p:spPr>
        <p:txBody>
          <a:bodyPr wrap="square" rtlCol="0">
            <a:spAutoFit/>
          </a:bodyPr>
          <a:lstStyle/>
          <a:p>
            <a:pPr marL="342900" indent="-342900">
              <a:buFont typeface="Arial" panose="020B0604020202020204" pitchFamily="34" charset="0"/>
              <a:buChar char="•"/>
            </a:pPr>
            <a:r>
              <a:rPr lang="en-IN" sz="2000" b="1" dirty="0">
                <a:solidFill>
                  <a:schemeClr val="accent2"/>
                </a:solidFill>
                <a:latin typeface="Trebuchet MS" panose="020B0603020202020204" pitchFamily="34" charset="0"/>
              </a:rPr>
              <a:t>Dataset Used:</a:t>
            </a:r>
            <a:r>
              <a:rPr lang="en-IN" sz="2000" dirty="0">
                <a:solidFill>
                  <a:schemeClr val="accent2"/>
                </a:solidFill>
                <a:latin typeface="Trebuchet MS" panose="020B0603020202020204" pitchFamily="34" charset="0"/>
              </a:rPr>
              <a:t> DAIC-WOZ (AVEC Standard Dataset).</a:t>
            </a:r>
          </a:p>
          <a:p>
            <a:endParaRPr lang="en-IN" sz="20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000" b="1" dirty="0">
                <a:solidFill>
                  <a:schemeClr val="accent2"/>
                </a:solidFill>
                <a:latin typeface="Trebuchet MS" panose="020B0603020202020204" pitchFamily="34" charset="0"/>
              </a:rPr>
              <a:t>Current Processing Milestone:</a:t>
            </a:r>
            <a:r>
              <a:rPr lang="en-US" sz="2000" dirty="0">
                <a:solidFill>
                  <a:schemeClr val="accent2"/>
                </a:solidFill>
                <a:latin typeface="Trebuchet MS" panose="020B0603020202020204" pitchFamily="34" charset="0"/>
              </a:rPr>
              <a:t> We have successfully processed initial subject data (e.g., Participant 300). By mapping the raw audio against the transcript, we proved our automated isolation logic works reliably at scale.</a:t>
            </a:r>
            <a:endParaRPr lang="en-IN" sz="2000" dirty="0">
              <a:solidFill>
                <a:schemeClr val="accent2"/>
              </a:solidFill>
              <a:latin typeface="Trebuchet MS" panose="020B0603020202020204" pitchFamily="34" charset="0"/>
            </a:endParaRPr>
          </a:p>
        </p:txBody>
      </p:sp>
      <p:pic>
        <p:nvPicPr>
          <p:cNvPr id="9" name="Picture 8">
            <a:extLst>
              <a:ext uri="{FF2B5EF4-FFF2-40B4-BE49-F238E27FC236}">
                <a16:creationId xmlns:a16="http://schemas.microsoft.com/office/drawing/2014/main" id="{7E2F6C2B-B0FD-94BC-E3EA-C58C9C4C9C49}"/>
              </a:ext>
            </a:extLst>
          </p:cNvPr>
          <p:cNvPicPr>
            <a:picLocks noChangeAspect="1"/>
          </p:cNvPicPr>
          <p:nvPr/>
        </p:nvPicPr>
        <p:blipFill>
          <a:blip r:embed="rId4"/>
          <a:stretch>
            <a:fillRect/>
          </a:stretch>
        </p:blipFill>
        <p:spPr>
          <a:xfrm>
            <a:off x="4191001" y="1786112"/>
            <a:ext cx="7140852" cy="4401875"/>
          </a:xfrm>
          <a:prstGeom prst="rect">
            <a:avLst/>
          </a:prstGeom>
        </p:spPr>
      </p:pic>
    </p:spTree>
    <p:extLst>
      <p:ext uri="{BB962C8B-B14F-4D97-AF65-F5344CB8AC3E}">
        <p14:creationId xmlns:p14="http://schemas.microsoft.com/office/powerpoint/2010/main" val="234470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A4ED90F3-B201-EBBD-A949-05C94C72624A}"/>
            </a:ext>
          </a:extLst>
        </p:cNvPr>
        <p:cNvGrpSpPr/>
        <p:nvPr/>
      </p:nvGrpSpPr>
      <p:grpSpPr>
        <a:xfrm>
          <a:off x="0" y="0"/>
          <a:ext cx="0" cy="0"/>
          <a:chOff x="0" y="0"/>
          <a:chExt cx="0" cy="0"/>
        </a:xfrm>
      </p:grpSpPr>
      <p:sp>
        <p:nvSpPr>
          <p:cNvPr id="190" name="Google Shape;190;p10">
            <a:extLst>
              <a:ext uri="{FF2B5EF4-FFF2-40B4-BE49-F238E27FC236}">
                <a16:creationId xmlns:a16="http://schemas.microsoft.com/office/drawing/2014/main" id="{E370D256-0A5A-CB99-79BC-D5339B0F5744}"/>
              </a:ext>
            </a:extLst>
          </p:cNvPr>
          <p:cNvSpPr/>
          <p:nvPr/>
        </p:nvSpPr>
        <p:spPr>
          <a:xfrm>
            <a:off x="3048000" y="1581150"/>
            <a:ext cx="7620000" cy="36600"/>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0">
            <a:extLst>
              <a:ext uri="{FF2B5EF4-FFF2-40B4-BE49-F238E27FC236}">
                <a16:creationId xmlns:a16="http://schemas.microsoft.com/office/drawing/2014/main" id="{E3AD48A1-9D32-E261-0BBE-B4B1B11F39EE}"/>
              </a:ext>
            </a:extLst>
          </p:cNvPr>
          <p:cNvSpPr txBox="1"/>
          <p:nvPr/>
        </p:nvSpPr>
        <p:spPr>
          <a:xfrm>
            <a:off x="2895600" y="1143000"/>
            <a:ext cx="7772400"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None/>
            </a:pPr>
            <a:r>
              <a:rPr lang="en-US" sz="2400" dirty="0">
                <a:solidFill>
                  <a:srgbClr val="FF0000"/>
                </a:solidFill>
                <a:latin typeface="Trebuchet MS"/>
                <a:ea typeface="Trebuchet MS"/>
                <a:cs typeface="Trebuchet MS"/>
                <a:sym typeface="Trebuchet MS"/>
              </a:rPr>
              <a:t>Data Preprocessing</a:t>
            </a:r>
            <a:endParaRPr sz="2400" dirty="0">
              <a:solidFill>
                <a:schemeClr val="dk1"/>
              </a:solidFill>
              <a:latin typeface="Calibri"/>
              <a:ea typeface="Calibri"/>
              <a:cs typeface="Calibri"/>
              <a:sym typeface="Calibri"/>
            </a:endParaRPr>
          </a:p>
        </p:txBody>
      </p:sp>
      <p:pic>
        <p:nvPicPr>
          <p:cNvPr id="193" name="Google Shape;193;p10">
            <a:extLst>
              <a:ext uri="{FF2B5EF4-FFF2-40B4-BE49-F238E27FC236}">
                <a16:creationId xmlns:a16="http://schemas.microsoft.com/office/drawing/2014/main" id="{72FEAAE8-035B-265D-5B90-ED6C1AEB47BD}"/>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94" name="Google Shape;194;p10">
            <a:extLst>
              <a:ext uri="{FF2B5EF4-FFF2-40B4-BE49-F238E27FC236}">
                <a16:creationId xmlns:a16="http://schemas.microsoft.com/office/drawing/2014/main" id="{CB42B47E-025D-8A23-F0F4-C53AC1BDBD3F}"/>
              </a:ext>
            </a:extLst>
          </p:cNvPr>
          <p:cNvSpPr txBox="1">
            <a:spLocks noGrp="1"/>
          </p:cNvSpPr>
          <p:nvPr>
            <p:ph type="ftr" idx="11"/>
          </p:nvPr>
        </p:nvSpPr>
        <p:spPr>
          <a:xfrm>
            <a:off x="3401961" y="6356350"/>
            <a:ext cx="475143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195" name="Google Shape;195;p10">
            <a:extLst>
              <a:ext uri="{FF2B5EF4-FFF2-40B4-BE49-F238E27FC236}">
                <a16:creationId xmlns:a16="http://schemas.microsoft.com/office/drawing/2014/main" id="{9913C4F5-E956-D948-DAA9-F6639D87251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196" name="Google Shape;196;p10">
            <a:extLst>
              <a:ext uri="{FF2B5EF4-FFF2-40B4-BE49-F238E27FC236}">
                <a16:creationId xmlns:a16="http://schemas.microsoft.com/office/drawing/2014/main" id="{BB7CB914-52F7-92BA-9D6C-87130CD937E2}"/>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
        <p:nvSpPr>
          <p:cNvPr id="2" name="TextBox 1">
            <a:extLst>
              <a:ext uri="{FF2B5EF4-FFF2-40B4-BE49-F238E27FC236}">
                <a16:creationId xmlns:a16="http://schemas.microsoft.com/office/drawing/2014/main" id="{1A12A0A1-7DA7-8A24-A426-00650C1CF2BB}"/>
              </a:ext>
            </a:extLst>
          </p:cNvPr>
          <p:cNvSpPr txBox="1"/>
          <p:nvPr/>
        </p:nvSpPr>
        <p:spPr>
          <a:xfrm>
            <a:off x="417096" y="1789472"/>
            <a:ext cx="5181600" cy="4832092"/>
          </a:xfrm>
          <a:prstGeom prst="rect">
            <a:avLst/>
          </a:prstGeom>
          <a:noFill/>
        </p:spPr>
        <p:txBody>
          <a:bodyPr wrap="square" rtlCol="0">
            <a:spAutoFit/>
          </a:bodyPr>
          <a:lstStyle/>
          <a:p>
            <a:r>
              <a:rPr lang="en-IN" sz="2200" b="1" dirty="0">
                <a:solidFill>
                  <a:schemeClr val="accent2"/>
                </a:solidFill>
                <a:latin typeface="Trebuchet MS" panose="020B0603020202020204" pitchFamily="34" charset="0"/>
              </a:rPr>
              <a:t>Current Milestones Achieved:</a:t>
            </a:r>
          </a:p>
          <a:p>
            <a:pPr marL="342900" indent="-342900">
              <a:buFont typeface="Arial" panose="020B0604020202020204" pitchFamily="34" charset="0"/>
              <a:buChar char="•"/>
            </a:pPr>
            <a:r>
              <a:rPr lang="en-US" sz="2200" b="1" dirty="0">
                <a:solidFill>
                  <a:schemeClr val="accent2"/>
                </a:solidFill>
                <a:latin typeface="Trebuchet MS" panose="020B0603020202020204" pitchFamily="34" charset="0"/>
              </a:rPr>
              <a:t>Speaker-level filtering implemented:</a:t>
            </a:r>
            <a:r>
              <a:rPr lang="en-US" sz="2200" dirty="0">
                <a:solidFill>
                  <a:schemeClr val="accent2"/>
                </a:solidFill>
                <a:latin typeface="Trebuchet MS" panose="020B0603020202020204" pitchFamily="34" charset="0"/>
              </a:rPr>
              <a:t> Interviewer artifacts are successfully removed from the training data.</a:t>
            </a:r>
          </a:p>
          <a:p>
            <a:pPr marL="342900" indent="-342900">
              <a:buFont typeface="Arial" panose="020B0604020202020204" pitchFamily="34" charset="0"/>
              <a:buChar char="•"/>
            </a:pPr>
            <a:r>
              <a:rPr lang="en-US" sz="2200" b="1" dirty="0">
                <a:solidFill>
                  <a:schemeClr val="accent2"/>
                </a:solidFill>
                <a:latin typeface="Trebuchet MS" panose="020B0603020202020204" pitchFamily="34" charset="0"/>
              </a:rPr>
              <a:t>Frame-wise dataset generation:</a:t>
            </a:r>
            <a:r>
              <a:rPr lang="en-US" sz="2200" dirty="0">
                <a:solidFill>
                  <a:schemeClr val="accent2"/>
                </a:solidFill>
                <a:latin typeface="Trebuchet MS" panose="020B0603020202020204" pitchFamily="34" charset="0"/>
              </a:rPr>
              <a:t> The pipeline successfully cuts and saves thousands of dynamic .wav frames per session.</a:t>
            </a:r>
          </a:p>
          <a:p>
            <a:pPr marL="342900" indent="-342900">
              <a:buFont typeface="Arial" panose="020B0604020202020204" pitchFamily="34" charset="0"/>
              <a:buChar char="•"/>
            </a:pPr>
            <a:r>
              <a:rPr lang="en-US" sz="2200" b="1" dirty="0">
                <a:solidFill>
                  <a:schemeClr val="accent2"/>
                </a:solidFill>
                <a:latin typeface="Trebuchet MS" panose="020B0603020202020204" pitchFamily="34" charset="0"/>
              </a:rPr>
              <a:t>Feature extraction pipeline optimized:</a:t>
            </a:r>
            <a:r>
              <a:rPr lang="en-US" sz="2200" dirty="0">
                <a:solidFill>
                  <a:schemeClr val="accent2"/>
                </a:solidFill>
                <a:latin typeface="Trebuchet MS" panose="020B0603020202020204" pitchFamily="34" charset="0"/>
              </a:rPr>
              <a:t> The system is now capable of handling large-scale data processing efficiently.</a:t>
            </a:r>
          </a:p>
          <a:p>
            <a:pPr marL="342900" indent="-342900">
              <a:buFont typeface="Arial" panose="020B0604020202020204" pitchFamily="34" charset="0"/>
              <a:buChar char="•"/>
            </a:pPr>
            <a:endParaRPr lang="en-IN" sz="2200" dirty="0">
              <a:solidFill>
                <a:schemeClr val="accent2"/>
              </a:solidFill>
              <a:latin typeface="Trebuchet MS" panose="020B0603020202020204" pitchFamily="34" charset="0"/>
            </a:endParaRPr>
          </a:p>
        </p:txBody>
      </p:sp>
      <p:pic>
        <p:nvPicPr>
          <p:cNvPr id="4" name="Picture 3">
            <a:extLst>
              <a:ext uri="{FF2B5EF4-FFF2-40B4-BE49-F238E27FC236}">
                <a16:creationId xmlns:a16="http://schemas.microsoft.com/office/drawing/2014/main" id="{AC53C32F-9E02-4D9F-E114-E2125AF587A8}"/>
              </a:ext>
            </a:extLst>
          </p:cNvPr>
          <p:cNvPicPr>
            <a:picLocks noChangeAspect="1"/>
          </p:cNvPicPr>
          <p:nvPr/>
        </p:nvPicPr>
        <p:blipFill>
          <a:blip r:embed="rId4"/>
          <a:stretch>
            <a:fillRect/>
          </a:stretch>
        </p:blipFill>
        <p:spPr>
          <a:xfrm>
            <a:off x="5658990" y="1789472"/>
            <a:ext cx="6115914" cy="4517228"/>
          </a:xfrm>
          <a:prstGeom prst="rect">
            <a:avLst/>
          </a:prstGeom>
        </p:spPr>
      </p:pic>
    </p:spTree>
    <p:extLst>
      <p:ext uri="{BB962C8B-B14F-4D97-AF65-F5344CB8AC3E}">
        <p14:creationId xmlns:p14="http://schemas.microsoft.com/office/powerpoint/2010/main" val="2637080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9AF11CAF-51F8-22EF-F9D0-BAF547448282}"/>
            </a:ext>
          </a:extLst>
        </p:cNvPr>
        <p:cNvGrpSpPr/>
        <p:nvPr/>
      </p:nvGrpSpPr>
      <p:grpSpPr>
        <a:xfrm>
          <a:off x="0" y="0"/>
          <a:ext cx="0" cy="0"/>
          <a:chOff x="0" y="0"/>
          <a:chExt cx="0" cy="0"/>
        </a:xfrm>
      </p:grpSpPr>
      <p:sp>
        <p:nvSpPr>
          <p:cNvPr id="213" name="Google Shape;213;p12">
            <a:extLst>
              <a:ext uri="{FF2B5EF4-FFF2-40B4-BE49-F238E27FC236}">
                <a16:creationId xmlns:a16="http://schemas.microsoft.com/office/drawing/2014/main" id="{34F1732C-CC34-5B07-0C78-64FA5EC6DB15}"/>
              </a:ext>
            </a:extLst>
          </p:cNvPr>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a:extLst>
              <a:ext uri="{FF2B5EF4-FFF2-40B4-BE49-F238E27FC236}">
                <a16:creationId xmlns:a16="http://schemas.microsoft.com/office/drawing/2014/main" id="{8FA33BD2-AFE1-0A6B-8736-5BB47A901A87}"/>
              </a:ext>
            </a:extLst>
          </p:cNvPr>
          <p:cNvSpPr txBox="1"/>
          <p:nvPr/>
        </p:nvSpPr>
        <p:spPr>
          <a:xfrm>
            <a:off x="2895600" y="1143002"/>
            <a:ext cx="7772400" cy="400069"/>
          </a:xfrm>
          <a:prstGeom prst="rect">
            <a:avLst/>
          </a:prstGeom>
          <a:noFill/>
          <a:ln>
            <a:noFill/>
          </a:ln>
        </p:spPr>
        <p:txBody>
          <a:bodyPr spcFirstLastPara="1" wrap="square" lIns="91425" tIns="45700" rIns="91425" bIns="45700" anchor="t" anchorCtr="0">
            <a:spAutoFit/>
          </a:bodyPr>
          <a:lstStyle/>
          <a:p>
            <a:pPr algn="r"/>
            <a:r>
              <a:rPr lang="en-US" sz="2000" dirty="0">
                <a:solidFill>
                  <a:srgbClr val="FF0000"/>
                </a:solidFill>
                <a:latin typeface="Trebuchet MS" panose="020B0603020202020204" pitchFamily="34" charset="0"/>
              </a:rPr>
              <a:t>Extracted Features (The Core ML Input)</a:t>
            </a:r>
            <a:endParaRPr lang="en-IN" sz="2000" dirty="0">
              <a:solidFill>
                <a:srgbClr val="FF0000"/>
              </a:solidFill>
              <a:latin typeface="Trebuchet MS" panose="020B0603020202020204" pitchFamily="34" charset="0"/>
            </a:endParaRPr>
          </a:p>
        </p:txBody>
      </p:sp>
      <p:sp>
        <p:nvSpPr>
          <p:cNvPr id="215" name="Google Shape;215;p12">
            <a:extLst>
              <a:ext uri="{FF2B5EF4-FFF2-40B4-BE49-F238E27FC236}">
                <a16:creationId xmlns:a16="http://schemas.microsoft.com/office/drawing/2014/main" id="{0B8E20A5-E014-936C-C0AF-1E9BE6261B80}"/>
              </a:ext>
            </a:extLst>
          </p:cNvPr>
          <p:cNvSpPr txBox="1"/>
          <p:nvPr/>
        </p:nvSpPr>
        <p:spPr>
          <a:xfrm>
            <a:off x="1365813" y="1739873"/>
            <a:ext cx="10170866" cy="3170058"/>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US" sz="2000" dirty="0">
                <a:solidFill>
                  <a:schemeClr val="accent2"/>
                </a:solidFill>
                <a:latin typeface="Trebuchet MS" panose="020B0603020202020204" pitchFamily="34" charset="0"/>
              </a:rPr>
              <a:t>Our custom extraction function (</a:t>
            </a:r>
            <a:r>
              <a:rPr lang="en-US" sz="2000" dirty="0" err="1">
                <a:solidFill>
                  <a:schemeClr val="accent2"/>
                </a:solidFill>
                <a:latin typeface="Trebuchet MS" panose="020B0603020202020204" pitchFamily="34" charset="0"/>
              </a:rPr>
              <a:t>librosa</a:t>
            </a:r>
            <a:r>
              <a:rPr lang="en-US" sz="2000" dirty="0">
                <a:solidFill>
                  <a:schemeClr val="accent2"/>
                </a:solidFill>
                <a:latin typeface="Trebuchet MS" panose="020B0603020202020204" pitchFamily="34" charset="0"/>
              </a:rPr>
              <a:t>) captures 28 precise data points per audio frame:</a:t>
            </a:r>
          </a:p>
          <a:p>
            <a:pPr marL="342900" indent="-342900">
              <a:buFont typeface="Arial" panose="020B0604020202020204" pitchFamily="34" charset="0"/>
              <a:buChar char="•"/>
            </a:pPr>
            <a:endParaRPr lang="en-US" sz="20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IN" sz="2000" b="1" dirty="0">
                <a:solidFill>
                  <a:schemeClr val="accent2"/>
                </a:solidFill>
                <a:latin typeface="Trebuchet MS" panose="020B0603020202020204" pitchFamily="34" charset="0"/>
              </a:rPr>
              <a:t>MFCCs:</a:t>
            </a:r>
            <a:r>
              <a:rPr lang="en-IN" sz="2000" dirty="0">
                <a:solidFill>
                  <a:schemeClr val="accent2"/>
                </a:solidFill>
                <a:latin typeface="Trebuchet MS" panose="020B0603020202020204" pitchFamily="34" charset="0"/>
              </a:rPr>
              <a:t> 13 mean values + 13 standard deviation values = 26 features.</a:t>
            </a:r>
          </a:p>
          <a:p>
            <a:pPr marL="342900" indent="-342900">
              <a:buFont typeface="Arial" panose="020B0604020202020204" pitchFamily="34" charset="0"/>
              <a:buChar char="•"/>
            </a:pPr>
            <a:r>
              <a:rPr lang="en-US" sz="2000" b="1" dirty="0">
                <a:solidFill>
                  <a:schemeClr val="accent2"/>
                </a:solidFill>
                <a:latin typeface="Trebuchet MS" panose="020B0603020202020204" pitchFamily="34" charset="0"/>
              </a:rPr>
              <a:t>Energy:</a:t>
            </a:r>
            <a:r>
              <a:rPr lang="en-US" sz="2000" dirty="0">
                <a:solidFill>
                  <a:schemeClr val="accent2"/>
                </a:solidFill>
                <a:latin typeface="Trebuchet MS" panose="020B0603020202020204" pitchFamily="34" charset="0"/>
              </a:rPr>
              <a:t> Root Mean Square (RMS) energy calculation = 1 feature.</a:t>
            </a:r>
          </a:p>
          <a:p>
            <a:pPr marL="342900" indent="-342900">
              <a:buFont typeface="Arial" panose="020B0604020202020204" pitchFamily="34" charset="0"/>
              <a:buChar char="•"/>
            </a:pPr>
            <a:r>
              <a:rPr lang="en-US" sz="2000" b="1" dirty="0">
                <a:solidFill>
                  <a:schemeClr val="accent2"/>
                </a:solidFill>
                <a:latin typeface="Trebuchet MS" panose="020B0603020202020204" pitchFamily="34" charset="0"/>
              </a:rPr>
              <a:t>Pitch:</a:t>
            </a:r>
            <a:r>
              <a:rPr lang="en-US" sz="2000" dirty="0">
                <a:solidFill>
                  <a:schemeClr val="accent2"/>
                </a:solidFill>
                <a:latin typeface="Trebuchet MS" panose="020B0603020202020204" pitchFamily="34" charset="0"/>
              </a:rPr>
              <a:t> </a:t>
            </a:r>
            <a:r>
              <a:rPr lang="en-US" sz="2000" dirty="0" err="1">
                <a:solidFill>
                  <a:schemeClr val="accent2"/>
                </a:solidFill>
                <a:latin typeface="Trebuchet MS" panose="020B0603020202020204" pitchFamily="34" charset="0"/>
              </a:rPr>
              <a:t>librosa.piptrack</a:t>
            </a:r>
            <a:r>
              <a:rPr lang="en-US" sz="2000" dirty="0">
                <a:solidFill>
                  <a:schemeClr val="accent2"/>
                </a:solidFill>
                <a:latin typeface="Trebuchet MS" panose="020B0603020202020204" pitchFamily="34" charset="0"/>
              </a:rPr>
              <a:t> analysis = 1 feature</a:t>
            </a:r>
          </a:p>
          <a:p>
            <a:pPr marL="342900" indent="-342900">
              <a:buFont typeface="Arial" panose="020B0604020202020204" pitchFamily="34" charset="0"/>
              <a:buChar char="•"/>
            </a:pPr>
            <a:r>
              <a:rPr lang="en-US" sz="2000" b="1" dirty="0">
                <a:solidFill>
                  <a:schemeClr val="accent2"/>
                </a:solidFill>
                <a:latin typeface="Trebuchet MS" panose="020B0603020202020204" pitchFamily="34" charset="0"/>
              </a:rPr>
              <a:t>Total:</a:t>
            </a:r>
            <a:r>
              <a:rPr lang="en-US" sz="2000" dirty="0">
                <a:solidFill>
                  <a:schemeClr val="accent2"/>
                </a:solidFill>
                <a:latin typeface="Trebuchet MS" panose="020B0603020202020204" pitchFamily="34" charset="0"/>
              </a:rPr>
              <a:t> 28 features per frame.</a:t>
            </a:r>
          </a:p>
          <a:p>
            <a:endParaRPr lang="en-US" sz="20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000" b="1" dirty="0">
                <a:solidFill>
                  <a:schemeClr val="accent2"/>
                </a:solidFill>
                <a:latin typeface="Trebuchet MS" panose="020B0603020202020204" pitchFamily="34" charset="0"/>
              </a:rPr>
              <a:t>Critical Takeaway:</a:t>
            </a:r>
            <a:r>
              <a:rPr lang="en-US" sz="2000" dirty="0">
                <a:solidFill>
                  <a:schemeClr val="accent2"/>
                </a:solidFill>
                <a:latin typeface="Trebuchet MS" panose="020B0603020202020204" pitchFamily="34" charset="0"/>
              </a:rPr>
              <a:t> Features are extracted per frame, enabling advanced temporal modeling using LSTM.</a:t>
            </a:r>
            <a:endParaRPr lang="en-IN" sz="2000" dirty="0">
              <a:solidFill>
                <a:schemeClr val="accent2"/>
              </a:solidFill>
              <a:latin typeface="Trebuchet MS" panose="020B0603020202020204" pitchFamily="34" charset="0"/>
            </a:endParaRPr>
          </a:p>
        </p:txBody>
      </p:sp>
      <p:pic>
        <p:nvPicPr>
          <p:cNvPr id="216" name="Google Shape;216;p12">
            <a:extLst>
              <a:ext uri="{FF2B5EF4-FFF2-40B4-BE49-F238E27FC236}">
                <a16:creationId xmlns:a16="http://schemas.microsoft.com/office/drawing/2014/main" id="{4A1D92A3-781C-9ED1-3CB7-FA6ECC0086BF}"/>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7" name="Google Shape;217;p12">
            <a:extLst>
              <a:ext uri="{FF2B5EF4-FFF2-40B4-BE49-F238E27FC236}">
                <a16:creationId xmlns:a16="http://schemas.microsoft.com/office/drawing/2014/main" id="{15386642-5F81-895A-F926-73EEC07E982F}"/>
              </a:ext>
            </a:extLst>
          </p:cNvPr>
          <p:cNvSpPr txBox="1">
            <a:spLocks noGrp="1"/>
          </p:cNvSpPr>
          <p:nvPr>
            <p:ph type="ftr" idx="11"/>
          </p:nvPr>
        </p:nvSpPr>
        <p:spPr>
          <a:xfrm>
            <a:off x="3323303" y="6356350"/>
            <a:ext cx="483009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18" name="Google Shape;218;p12">
            <a:extLst>
              <a:ext uri="{FF2B5EF4-FFF2-40B4-BE49-F238E27FC236}">
                <a16:creationId xmlns:a16="http://schemas.microsoft.com/office/drawing/2014/main" id="{5D103C2B-02D6-B9B3-DE6F-524F48B3957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19" name="Google Shape;219;p12">
            <a:extLst>
              <a:ext uri="{FF2B5EF4-FFF2-40B4-BE49-F238E27FC236}">
                <a16:creationId xmlns:a16="http://schemas.microsoft.com/office/drawing/2014/main" id="{03960837-F37F-E2A2-90B2-D63D07F25073}"/>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graphicFrame>
        <p:nvGraphicFramePr>
          <p:cNvPr id="5" name="Table 4">
            <a:extLst>
              <a:ext uri="{FF2B5EF4-FFF2-40B4-BE49-F238E27FC236}">
                <a16:creationId xmlns:a16="http://schemas.microsoft.com/office/drawing/2014/main" id="{D0C53F07-DCED-13F4-3C1B-9FF508BD89E8}"/>
              </a:ext>
            </a:extLst>
          </p:cNvPr>
          <p:cNvGraphicFramePr>
            <a:graphicFrameLocks noGrp="1"/>
          </p:cNvGraphicFramePr>
          <p:nvPr>
            <p:extLst>
              <p:ext uri="{D42A27DB-BD31-4B8C-83A1-F6EECF244321}">
                <p14:modId xmlns:p14="http://schemas.microsoft.com/office/powerpoint/2010/main" val="634981528"/>
              </p:ext>
            </p:extLst>
          </p:nvPr>
        </p:nvGraphicFramePr>
        <p:xfrm>
          <a:off x="1365813" y="5032136"/>
          <a:ext cx="10058400" cy="1219200"/>
        </p:xfrm>
        <a:graphic>
          <a:graphicData uri="http://schemas.openxmlformats.org/drawingml/2006/table">
            <a:tbl>
              <a:tblPr/>
              <a:tblGrid>
                <a:gridCol w="3352800">
                  <a:extLst>
                    <a:ext uri="{9D8B030D-6E8A-4147-A177-3AD203B41FA5}">
                      <a16:colId xmlns:a16="http://schemas.microsoft.com/office/drawing/2014/main" val="4118241237"/>
                    </a:ext>
                  </a:extLst>
                </a:gridCol>
                <a:gridCol w="3352800">
                  <a:extLst>
                    <a:ext uri="{9D8B030D-6E8A-4147-A177-3AD203B41FA5}">
                      <a16:colId xmlns:a16="http://schemas.microsoft.com/office/drawing/2014/main" val="4091143263"/>
                    </a:ext>
                  </a:extLst>
                </a:gridCol>
                <a:gridCol w="3352800">
                  <a:extLst>
                    <a:ext uri="{9D8B030D-6E8A-4147-A177-3AD203B41FA5}">
                      <a16:colId xmlns:a16="http://schemas.microsoft.com/office/drawing/2014/main" val="366631435"/>
                    </a:ext>
                  </a:extLst>
                </a:gridCol>
              </a:tblGrid>
              <a:tr h="0">
                <a:tc>
                  <a:txBody>
                    <a:bodyPr/>
                    <a:lstStyle/>
                    <a:p>
                      <a:pPr>
                        <a:buNone/>
                      </a:pPr>
                      <a:r>
                        <a:rPr lang="en-IN" dirty="0">
                          <a:latin typeface="Trebuchet MS" panose="020B060302020202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IN" dirty="0">
                          <a:latin typeface="Trebuchet MS" panose="020B0603020202020204" pitchFamily="34" charset="0"/>
                        </a:rPr>
                        <a:t>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IN" dirty="0">
                          <a:latin typeface="Trebuchet MS" panose="020B0603020202020204" pitchFamily="34" charset="0"/>
                        </a:rPr>
                        <a:t>Captures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112761515"/>
                  </a:ext>
                </a:extLst>
              </a:tr>
              <a:tr h="0">
                <a:tc>
                  <a:txBody>
                    <a:bodyPr/>
                    <a:lstStyle/>
                    <a:p>
                      <a:pPr>
                        <a:buNone/>
                      </a:pPr>
                      <a:r>
                        <a:rPr lang="en-IN" dirty="0">
                          <a:latin typeface="Trebuchet MS" panose="020B0603020202020204" pitchFamily="34" charset="0"/>
                        </a:rPr>
                        <a:t>MFCC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dirty="0">
                          <a:latin typeface="Trebuchet MS" panose="020B0603020202020204"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dirty="0">
                          <a:latin typeface="Trebuchet MS" panose="020B0603020202020204" pitchFamily="34" charset="0"/>
                        </a:rPr>
                        <a:t>Vocal tract shape &amp; timbre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4885946"/>
                  </a:ext>
                </a:extLst>
              </a:tr>
              <a:tr h="0">
                <a:tc>
                  <a:txBody>
                    <a:bodyPr/>
                    <a:lstStyle/>
                    <a:p>
                      <a:pPr>
                        <a:buNone/>
                      </a:pPr>
                      <a:r>
                        <a:rPr lang="el-GR" dirty="0">
                          <a:latin typeface="Trebuchet MS" panose="020B0603020202020204" pitchFamily="34" charset="0"/>
                        </a:rPr>
                        <a:t>Δ </a:t>
                      </a:r>
                      <a:r>
                        <a:rPr lang="en-IN" dirty="0">
                          <a:latin typeface="Trebuchet MS" panose="020B0603020202020204" pitchFamily="34" charset="0"/>
                        </a:rPr>
                        <a:t>MFCC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buNone/>
                      </a:pPr>
                      <a:r>
                        <a:rPr lang="en-IN" dirty="0">
                          <a:latin typeface="Trebuchet MS" panose="020B0603020202020204" pitchFamily="34"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buNone/>
                      </a:pPr>
                      <a:r>
                        <a:rPr lang="en-IN" dirty="0">
                          <a:latin typeface="Trebuchet MS" panose="020B0603020202020204" pitchFamily="34" charset="0"/>
                        </a:rPr>
                        <a:t>Speech dynamics &amp; articulation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91333727"/>
                  </a:ext>
                </a:extLst>
              </a:tr>
              <a:tr h="0">
                <a:tc>
                  <a:txBody>
                    <a:bodyPr/>
                    <a:lstStyle/>
                    <a:p>
                      <a:pPr>
                        <a:buNone/>
                      </a:pPr>
                      <a:r>
                        <a:rPr lang="en-IN" dirty="0">
                          <a:latin typeface="Trebuchet MS" panose="020B0603020202020204" pitchFamily="34" charset="0"/>
                        </a:rPr>
                        <a:t>Loudness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dirty="0">
                          <a:latin typeface="Trebuchet MS" panose="020B0603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buNone/>
                      </a:pPr>
                      <a:r>
                        <a:rPr lang="en-IN" dirty="0">
                          <a:latin typeface="Trebuchet MS" panose="020B0603020202020204" pitchFamily="34" charset="0"/>
                        </a:rPr>
                        <a:t>Energy &amp; intensity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16149407"/>
                  </a:ext>
                </a:extLst>
              </a:tr>
            </a:tbl>
          </a:graphicData>
        </a:graphic>
      </p:graphicFrame>
    </p:spTree>
    <p:extLst>
      <p:ext uri="{BB962C8B-B14F-4D97-AF65-F5344CB8AC3E}">
        <p14:creationId xmlns:p14="http://schemas.microsoft.com/office/powerpoint/2010/main" val="45448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4AA78A5C-7384-7D85-CA10-7164EFE5B606}"/>
            </a:ext>
          </a:extLst>
        </p:cNvPr>
        <p:cNvGrpSpPr/>
        <p:nvPr/>
      </p:nvGrpSpPr>
      <p:grpSpPr>
        <a:xfrm>
          <a:off x="0" y="0"/>
          <a:ext cx="0" cy="0"/>
          <a:chOff x="0" y="0"/>
          <a:chExt cx="0" cy="0"/>
        </a:xfrm>
      </p:grpSpPr>
      <p:sp>
        <p:nvSpPr>
          <p:cNvPr id="213" name="Google Shape;213;p12">
            <a:extLst>
              <a:ext uri="{FF2B5EF4-FFF2-40B4-BE49-F238E27FC236}">
                <a16:creationId xmlns:a16="http://schemas.microsoft.com/office/drawing/2014/main" id="{B381507A-391C-92DC-D6D5-D4F322AF4A5D}"/>
              </a:ext>
            </a:extLst>
          </p:cNvPr>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a:extLst>
              <a:ext uri="{FF2B5EF4-FFF2-40B4-BE49-F238E27FC236}">
                <a16:creationId xmlns:a16="http://schemas.microsoft.com/office/drawing/2014/main" id="{74940100-B8BC-9A48-0F60-CE1E864597B1}"/>
              </a:ext>
            </a:extLst>
          </p:cNvPr>
          <p:cNvSpPr txBox="1"/>
          <p:nvPr/>
        </p:nvSpPr>
        <p:spPr>
          <a:xfrm>
            <a:off x="2895600" y="1143002"/>
            <a:ext cx="7772400" cy="400069"/>
          </a:xfrm>
          <a:prstGeom prst="rect">
            <a:avLst/>
          </a:prstGeom>
          <a:noFill/>
          <a:ln>
            <a:noFill/>
          </a:ln>
        </p:spPr>
        <p:txBody>
          <a:bodyPr spcFirstLastPara="1" wrap="square" lIns="91425" tIns="45700" rIns="91425" bIns="45700" anchor="t" anchorCtr="0">
            <a:spAutoFit/>
          </a:bodyPr>
          <a:lstStyle/>
          <a:p>
            <a:pPr algn="r"/>
            <a:r>
              <a:rPr lang="en-IN" sz="2000" dirty="0">
                <a:solidFill>
                  <a:srgbClr val="FF0000"/>
                </a:solidFill>
                <a:latin typeface="Trebuchet MS" panose="020B0603020202020204" pitchFamily="34" charset="0"/>
              </a:rPr>
              <a:t>Graph  &amp; Output Interpretation</a:t>
            </a:r>
          </a:p>
        </p:txBody>
      </p:sp>
      <p:pic>
        <p:nvPicPr>
          <p:cNvPr id="216" name="Google Shape;216;p12">
            <a:extLst>
              <a:ext uri="{FF2B5EF4-FFF2-40B4-BE49-F238E27FC236}">
                <a16:creationId xmlns:a16="http://schemas.microsoft.com/office/drawing/2014/main" id="{5EB86DE5-B7FE-305D-6A0F-DE7D27C17A8F}"/>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7" name="Google Shape;217;p12">
            <a:extLst>
              <a:ext uri="{FF2B5EF4-FFF2-40B4-BE49-F238E27FC236}">
                <a16:creationId xmlns:a16="http://schemas.microsoft.com/office/drawing/2014/main" id="{1FAA4AD4-95E0-D34C-3130-E48ECF47BF7D}"/>
              </a:ext>
            </a:extLst>
          </p:cNvPr>
          <p:cNvSpPr txBox="1">
            <a:spLocks noGrp="1"/>
          </p:cNvSpPr>
          <p:nvPr>
            <p:ph type="ftr" idx="11"/>
          </p:nvPr>
        </p:nvSpPr>
        <p:spPr>
          <a:xfrm>
            <a:off x="3411794" y="6356350"/>
            <a:ext cx="474160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18" name="Google Shape;218;p12">
            <a:extLst>
              <a:ext uri="{FF2B5EF4-FFF2-40B4-BE49-F238E27FC236}">
                <a16:creationId xmlns:a16="http://schemas.microsoft.com/office/drawing/2014/main" id="{0F7F7006-E492-CEC0-9013-FBCC068EFCF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19" name="Google Shape;219;p12">
            <a:extLst>
              <a:ext uri="{FF2B5EF4-FFF2-40B4-BE49-F238E27FC236}">
                <a16:creationId xmlns:a16="http://schemas.microsoft.com/office/drawing/2014/main" id="{907A6FF4-CA29-2D1B-5D00-0B6007830A47}"/>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pic>
        <p:nvPicPr>
          <p:cNvPr id="3" name="Picture 2">
            <a:extLst>
              <a:ext uri="{FF2B5EF4-FFF2-40B4-BE49-F238E27FC236}">
                <a16:creationId xmlns:a16="http://schemas.microsoft.com/office/drawing/2014/main" id="{29924B22-15DF-B301-EACB-6D8A14755297}"/>
              </a:ext>
            </a:extLst>
          </p:cNvPr>
          <p:cNvPicPr>
            <a:picLocks noChangeAspect="1"/>
          </p:cNvPicPr>
          <p:nvPr/>
        </p:nvPicPr>
        <p:blipFill>
          <a:blip r:embed="rId4"/>
          <a:stretch>
            <a:fillRect/>
          </a:stretch>
        </p:blipFill>
        <p:spPr>
          <a:xfrm>
            <a:off x="545421" y="1969165"/>
            <a:ext cx="5839337" cy="2919669"/>
          </a:xfrm>
          <a:prstGeom prst="rect">
            <a:avLst/>
          </a:prstGeom>
        </p:spPr>
      </p:pic>
      <p:sp>
        <p:nvSpPr>
          <p:cNvPr id="4" name="TextBox 3">
            <a:extLst>
              <a:ext uri="{FF2B5EF4-FFF2-40B4-BE49-F238E27FC236}">
                <a16:creationId xmlns:a16="http://schemas.microsoft.com/office/drawing/2014/main" id="{F7D2158B-6686-84CD-14A0-398308DED807}"/>
              </a:ext>
            </a:extLst>
          </p:cNvPr>
          <p:cNvSpPr txBox="1"/>
          <p:nvPr/>
        </p:nvSpPr>
        <p:spPr>
          <a:xfrm>
            <a:off x="545421" y="5044769"/>
            <a:ext cx="5351204" cy="1384995"/>
          </a:xfrm>
          <a:prstGeom prst="rect">
            <a:avLst/>
          </a:prstGeom>
          <a:noFill/>
        </p:spPr>
        <p:txBody>
          <a:bodyPr wrap="square" rtlCol="0">
            <a:spAutoFit/>
          </a:bodyPr>
          <a:lstStyle/>
          <a:p>
            <a:r>
              <a:rPr lang="en-US" dirty="0">
                <a:solidFill>
                  <a:schemeClr val="accent2"/>
                </a:solidFill>
                <a:latin typeface="Trebuchet MS" panose="020B0603020202020204" pitchFamily="34" charset="0"/>
              </a:rPr>
              <a:t>The graph shows segment-wise acoustic behavior of the speaker.</a:t>
            </a:r>
          </a:p>
          <a:p>
            <a:r>
              <a:rPr lang="en-US" dirty="0">
                <a:solidFill>
                  <a:schemeClr val="accent2"/>
                </a:solidFill>
                <a:latin typeface="Trebuchet MS" panose="020B0603020202020204" pitchFamily="34" charset="0"/>
              </a:rPr>
              <a:t>Reduced pitch and loudness variability, along with stable MFCC patterns, indicate flattened prosody and reduced expressiveness, which are commonly associated with depressive speech.</a:t>
            </a:r>
            <a:endParaRPr lang="en-IN" dirty="0">
              <a:solidFill>
                <a:schemeClr val="accent2"/>
              </a:solidFill>
              <a:latin typeface="Trebuchet MS" panose="020B0603020202020204" pitchFamily="34" charset="0"/>
            </a:endParaRPr>
          </a:p>
        </p:txBody>
      </p:sp>
      <p:pic>
        <p:nvPicPr>
          <p:cNvPr id="6" name="Picture 5">
            <a:extLst>
              <a:ext uri="{FF2B5EF4-FFF2-40B4-BE49-F238E27FC236}">
                <a16:creationId xmlns:a16="http://schemas.microsoft.com/office/drawing/2014/main" id="{BCB5D050-2156-C694-79D6-51F0CD013B88}"/>
              </a:ext>
            </a:extLst>
          </p:cNvPr>
          <p:cNvPicPr>
            <a:picLocks noChangeAspect="1"/>
          </p:cNvPicPr>
          <p:nvPr/>
        </p:nvPicPr>
        <p:blipFill>
          <a:blip r:embed="rId5"/>
          <a:stretch>
            <a:fillRect/>
          </a:stretch>
        </p:blipFill>
        <p:spPr>
          <a:xfrm>
            <a:off x="6652313" y="2255597"/>
            <a:ext cx="5363224" cy="2633237"/>
          </a:xfrm>
          <a:prstGeom prst="rect">
            <a:avLst/>
          </a:prstGeom>
        </p:spPr>
      </p:pic>
      <p:sp>
        <p:nvSpPr>
          <p:cNvPr id="9" name="TextBox 8">
            <a:extLst>
              <a:ext uri="{FF2B5EF4-FFF2-40B4-BE49-F238E27FC236}">
                <a16:creationId xmlns:a16="http://schemas.microsoft.com/office/drawing/2014/main" id="{A647FB45-8092-1271-99D6-EF4F05AEE57F}"/>
              </a:ext>
            </a:extLst>
          </p:cNvPr>
          <p:cNvSpPr txBox="1"/>
          <p:nvPr/>
        </p:nvSpPr>
        <p:spPr>
          <a:xfrm>
            <a:off x="6652313" y="5044769"/>
            <a:ext cx="5363224" cy="1384995"/>
          </a:xfrm>
          <a:prstGeom prst="rect">
            <a:avLst/>
          </a:prstGeom>
          <a:noFill/>
        </p:spPr>
        <p:txBody>
          <a:bodyPr wrap="square" rtlCol="0">
            <a:spAutoFit/>
          </a:bodyPr>
          <a:lstStyle/>
          <a:p>
            <a:r>
              <a:rPr lang="en-US" dirty="0">
                <a:solidFill>
                  <a:schemeClr val="accent2"/>
                </a:solidFill>
                <a:latin typeface="Trebuchet MS" panose="020B0603020202020204" pitchFamily="34" charset="0"/>
              </a:rPr>
              <a:t>The CSV contains numerical acoustic feature values per speech segment, where:</a:t>
            </a:r>
          </a:p>
          <a:p>
            <a:r>
              <a:rPr lang="en-US" dirty="0">
                <a:solidFill>
                  <a:schemeClr val="accent2"/>
                </a:solidFill>
                <a:latin typeface="Trebuchet MS" panose="020B0603020202020204" pitchFamily="34" charset="0"/>
              </a:rPr>
              <a:t>Rows correspond to individual audio segments</a:t>
            </a:r>
          </a:p>
          <a:p>
            <a:r>
              <a:rPr lang="en-US" dirty="0">
                <a:solidFill>
                  <a:schemeClr val="accent2"/>
                </a:solidFill>
                <a:latin typeface="Trebuchet MS" panose="020B0603020202020204" pitchFamily="34" charset="0"/>
              </a:rPr>
              <a:t>Columns represent extracted prosodic, spectral, voice-quality, and temporal features. These values act as input features for machine learning models, not final diagnosis scores.</a:t>
            </a:r>
            <a:endParaRPr lang="en-IN" dirty="0">
              <a:solidFill>
                <a:schemeClr val="accent2"/>
              </a:solidFill>
              <a:latin typeface="Trebuchet MS" panose="020B0603020202020204" pitchFamily="34" charset="0"/>
            </a:endParaRPr>
          </a:p>
        </p:txBody>
      </p:sp>
    </p:spTree>
    <p:extLst>
      <p:ext uri="{BB962C8B-B14F-4D97-AF65-F5344CB8AC3E}">
        <p14:creationId xmlns:p14="http://schemas.microsoft.com/office/powerpoint/2010/main" val="453642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F6F889A1-CF7C-3F0B-6625-2BA121AA4619}"/>
            </a:ext>
          </a:extLst>
        </p:cNvPr>
        <p:cNvGrpSpPr/>
        <p:nvPr/>
      </p:nvGrpSpPr>
      <p:grpSpPr>
        <a:xfrm>
          <a:off x="0" y="0"/>
          <a:ext cx="0" cy="0"/>
          <a:chOff x="0" y="0"/>
          <a:chExt cx="0" cy="0"/>
        </a:xfrm>
      </p:grpSpPr>
      <p:sp>
        <p:nvSpPr>
          <p:cNvPr id="213" name="Google Shape;213;p12">
            <a:extLst>
              <a:ext uri="{FF2B5EF4-FFF2-40B4-BE49-F238E27FC236}">
                <a16:creationId xmlns:a16="http://schemas.microsoft.com/office/drawing/2014/main" id="{A3461D87-9D9E-B080-6406-DBFD951BBAFC}"/>
              </a:ext>
            </a:extLst>
          </p:cNvPr>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a:extLst>
              <a:ext uri="{FF2B5EF4-FFF2-40B4-BE49-F238E27FC236}">
                <a16:creationId xmlns:a16="http://schemas.microsoft.com/office/drawing/2014/main" id="{11DBED1F-DD47-89B4-F4C1-65CA67A99CC5}"/>
              </a:ext>
            </a:extLst>
          </p:cNvPr>
          <p:cNvSpPr txBox="1"/>
          <p:nvPr/>
        </p:nvSpPr>
        <p:spPr>
          <a:xfrm>
            <a:off x="2895600" y="1143002"/>
            <a:ext cx="7772400" cy="400069"/>
          </a:xfrm>
          <a:prstGeom prst="rect">
            <a:avLst/>
          </a:prstGeom>
          <a:noFill/>
          <a:ln>
            <a:noFill/>
          </a:ln>
        </p:spPr>
        <p:txBody>
          <a:bodyPr spcFirstLastPara="1" wrap="square" lIns="91425" tIns="45700" rIns="91425" bIns="45700" anchor="t" anchorCtr="0">
            <a:spAutoFit/>
          </a:bodyPr>
          <a:lstStyle/>
          <a:p>
            <a:pPr algn="r"/>
            <a:r>
              <a:rPr lang="en-IN" sz="2000" dirty="0">
                <a:solidFill>
                  <a:srgbClr val="FF0000"/>
                </a:solidFill>
                <a:latin typeface="Trebuchet MS" panose="020B0603020202020204" pitchFamily="34" charset="0"/>
              </a:rPr>
              <a:t>Temporal </a:t>
            </a:r>
            <a:r>
              <a:rPr lang="en-IN" sz="2000" dirty="0" err="1">
                <a:solidFill>
                  <a:srgbClr val="FF0000"/>
                </a:solidFill>
                <a:latin typeface="Trebuchet MS" panose="020B0603020202020204" pitchFamily="34" charset="0"/>
              </a:rPr>
              <a:t>Modeling</a:t>
            </a:r>
            <a:r>
              <a:rPr lang="en-IN" sz="2000" dirty="0">
                <a:solidFill>
                  <a:srgbClr val="FF0000"/>
                </a:solidFill>
                <a:latin typeface="Trebuchet MS" panose="020B0603020202020204" pitchFamily="34" charset="0"/>
              </a:rPr>
              <a:t> Plan</a:t>
            </a:r>
          </a:p>
        </p:txBody>
      </p:sp>
      <p:sp>
        <p:nvSpPr>
          <p:cNvPr id="215" name="Google Shape;215;p12">
            <a:extLst>
              <a:ext uri="{FF2B5EF4-FFF2-40B4-BE49-F238E27FC236}">
                <a16:creationId xmlns:a16="http://schemas.microsoft.com/office/drawing/2014/main" id="{CF1B5B76-892A-8606-7AA9-7983492B628E}"/>
              </a:ext>
            </a:extLst>
          </p:cNvPr>
          <p:cNvSpPr txBox="1"/>
          <p:nvPr/>
        </p:nvSpPr>
        <p:spPr>
          <a:xfrm>
            <a:off x="1365813" y="1739873"/>
            <a:ext cx="10170866" cy="2677616"/>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LSTM + Attention Mechanism:</a:t>
            </a:r>
            <a:r>
              <a:rPr lang="en-US" sz="2400" dirty="0">
                <a:solidFill>
                  <a:schemeClr val="accent2"/>
                </a:solidFill>
                <a:latin typeface="Trebuchet MS" panose="020B0603020202020204" pitchFamily="34" charset="0"/>
              </a:rPr>
              <a:t> Our architecture uses LSTM to track the sequential frame_features.csv data over time.</a:t>
            </a:r>
          </a:p>
          <a:p>
            <a:pPr marL="342900" indent="-342900">
              <a:buFont typeface="Arial" panose="020B0604020202020204" pitchFamily="34" charset="0"/>
              <a:buChar char="•"/>
            </a:pPr>
            <a:endParaRPr lang="en-US"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Why Attention?</a:t>
            </a:r>
            <a:r>
              <a:rPr lang="en-US" sz="2400" dirty="0">
                <a:solidFill>
                  <a:schemeClr val="accent2"/>
                </a:solidFill>
                <a:latin typeface="Trebuchet MS" panose="020B0603020202020204" pitchFamily="34" charset="0"/>
              </a:rPr>
              <a:t> It allows the model to learn long-range dependencies and focus on emotionally salient moments (like pauses or flat prosody) rather than treating all 12,000+ speech segments from a session equally.</a:t>
            </a:r>
            <a:endParaRPr lang="en-IN" sz="2400" dirty="0">
              <a:solidFill>
                <a:schemeClr val="accent2"/>
              </a:solidFill>
              <a:latin typeface="Trebuchet MS" panose="020B0603020202020204" pitchFamily="34" charset="0"/>
            </a:endParaRPr>
          </a:p>
        </p:txBody>
      </p:sp>
      <p:pic>
        <p:nvPicPr>
          <p:cNvPr id="216" name="Google Shape;216;p12">
            <a:extLst>
              <a:ext uri="{FF2B5EF4-FFF2-40B4-BE49-F238E27FC236}">
                <a16:creationId xmlns:a16="http://schemas.microsoft.com/office/drawing/2014/main" id="{AC717846-04AC-1310-3F71-901B278551CA}"/>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7" name="Google Shape;217;p12">
            <a:extLst>
              <a:ext uri="{FF2B5EF4-FFF2-40B4-BE49-F238E27FC236}">
                <a16:creationId xmlns:a16="http://schemas.microsoft.com/office/drawing/2014/main" id="{7BFE5A48-B0D4-06C5-35FB-0DB188EEFDC7}"/>
              </a:ext>
            </a:extLst>
          </p:cNvPr>
          <p:cNvSpPr txBox="1">
            <a:spLocks noGrp="1"/>
          </p:cNvSpPr>
          <p:nvPr>
            <p:ph type="ftr" idx="11"/>
          </p:nvPr>
        </p:nvSpPr>
        <p:spPr>
          <a:xfrm>
            <a:off x="3392129" y="6356350"/>
            <a:ext cx="4761271"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18" name="Google Shape;218;p12">
            <a:extLst>
              <a:ext uri="{FF2B5EF4-FFF2-40B4-BE49-F238E27FC236}">
                <a16:creationId xmlns:a16="http://schemas.microsoft.com/office/drawing/2014/main" id="{3F7E56EC-813A-3E23-2071-1A3C9EC94D8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19" name="Google Shape;219;p12">
            <a:extLst>
              <a:ext uri="{FF2B5EF4-FFF2-40B4-BE49-F238E27FC236}">
                <a16:creationId xmlns:a16="http://schemas.microsoft.com/office/drawing/2014/main" id="{2C899BDD-EE4B-10D4-D768-2DFF08A15A39}"/>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extLst>
      <p:ext uri="{BB962C8B-B14F-4D97-AF65-F5344CB8AC3E}">
        <p14:creationId xmlns:p14="http://schemas.microsoft.com/office/powerpoint/2010/main" val="412808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a:extLst>
            <a:ext uri="{FF2B5EF4-FFF2-40B4-BE49-F238E27FC236}">
              <a16:creationId xmlns:a16="http://schemas.microsoft.com/office/drawing/2014/main" id="{E21F18EA-B3E1-19C1-E37C-63F9B25297BD}"/>
            </a:ext>
          </a:extLst>
        </p:cNvPr>
        <p:cNvGrpSpPr/>
        <p:nvPr/>
      </p:nvGrpSpPr>
      <p:grpSpPr>
        <a:xfrm>
          <a:off x="0" y="0"/>
          <a:ext cx="0" cy="0"/>
          <a:chOff x="0" y="0"/>
          <a:chExt cx="0" cy="0"/>
        </a:xfrm>
      </p:grpSpPr>
      <p:sp>
        <p:nvSpPr>
          <p:cNvPr id="213" name="Google Shape;213;p12">
            <a:extLst>
              <a:ext uri="{FF2B5EF4-FFF2-40B4-BE49-F238E27FC236}">
                <a16:creationId xmlns:a16="http://schemas.microsoft.com/office/drawing/2014/main" id="{1067D9A9-9ABD-8127-1A8E-0A5E55F05155}"/>
              </a:ext>
            </a:extLst>
          </p:cNvPr>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a:extLst>
              <a:ext uri="{FF2B5EF4-FFF2-40B4-BE49-F238E27FC236}">
                <a16:creationId xmlns:a16="http://schemas.microsoft.com/office/drawing/2014/main" id="{11DB502F-C734-F253-E552-51583B47E1FE}"/>
              </a:ext>
            </a:extLst>
          </p:cNvPr>
          <p:cNvSpPr txBox="1"/>
          <p:nvPr/>
        </p:nvSpPr>
        <p:spPr>
          <a:xfrm>
            <a:off x="2895600" y="1143002"/>
            <a:ext cx="7772400" cy="400069"/>
          </a:xfrm>
          <a:prstGeom prst="rect">
            <a:avLst/>
          </a:prstGeom>
          <a:noFill/>
          <a:ln>
            <a:noFill/>
          </a:ln>
        </p:spPr>
        <p:txBody>
          <a:bodyPr spcFirstLastPara="1" wrap="square" lIns="91425" tIns="45700" rIns="91425" bIns="45700" anchor="t" anchorCtr="0">
            <a:spAutoFit/>
          </a:bodyPr>
          <a:lstStyle/>
          <a:p>
            <a:pPr algn="r"/>
            <a:r>
              <a:rPr lang="en-IN" sz="2000" dirty="0">
                <a:solidFill>
                  <a:srgbClr val="FF0000"/>
                </a:solidFill>
                <a:latin typeface="Trebuchet MS" panose="020B0603020202020204" pitchFamily="34" charset="0"/>
              </a:rPr>
              <a:t>Explainability &amp; Output Interpretation</a:t>
            </a:r>
          </a:p>
        </p:txBody>
      </p:sp>
      <p:sp>
        <p:nvSpPr>
          <p:cNvPr id="215" name="Google Shape;215;p12">
            <a:extLst>
              <a:ext uri="{FF2B5EF4-FFF2-40B4-BE49-F238E27FC236}">
                <a16:creationId xmlns:a16="http://schemas.microsoft.com/office/drawing/2014/main" id="{859306CE-0F21-92D3-AA3E-A2E5E05A11CA}"/>
              </a:ext>
            </a:extLst>
          </p:cNvPr>
          <p:cNvSpPr txBox="1"/>
          <p:nvPr/>
        </p:nvSpPr>
        <p:spPr>
          <a:xfrm>
            <a:off x="1365813" y="1739873"/>
            <a:ext cx="10170866" cy="2677616"/>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Clinical Interpretability:</a:t>
            </a:r>
            <a:r>
              <a:rPr lang="en-US" sz="2400" dirty="0">
                <a:solidFill>
                  <a:schemeClr val="accent2"/>
                </a:solidFill>
                <a:latin typeface="Trebuchet MS" panose="020B0603020202020204" pitchFamily="34" charset="0"/>
              </a:rPr>
              <a:t> The system will output Attention Heatmaps over time.</a:t>
            </a:r>
          </a:p>
          <a:p>
            <a:pPr marL="342900" indent="-342900">
              <a:buFont typeface="Arial" panose="020B0604020202020204" pitchFamily="34" charset="0"/>
              <a:buChar char="•"/>
            </a:pPr>
            <a:endParaRPr lang="en-US"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US" sz="2400" b="1" dirty="0">
                <a:solidFill>
                  <a:schemeClr val="accent2"/>
                </a:solidFill>
                <a:latin typeface="Trebuchet MS" panose="020B0603020202020204" pitchFamily="34" charset="0"/>
              </a:rPr>
              <a:t>Visualization:</a:t>
            </a:r>
            <a:r>
              <a:rPr lang="en-US" sz="2400" dirty="0">
                <a:solidFill>
                  <a:schemeClr val="accent2"/>
                </a:solidFill>
                <a:latin typeface="Trebuchet MS" panose="020B0603020202020204" pitchFamily="34" charset="0"/>
              </a:rPr>
              <a:t> High attention weights will highlight important time regions, often aligning with low or irregular vocal energy (known depressive markers). This ensures our tool acts as a transparent decision-support system, not a "black box."</a:t>
            </a:r>
            <a:endParaRPr lang="en-IN" sz="2400" dirty="0">
              <a:solidFill>
                <a:schemeClr val="accent2"/>
              </a:solidFill>
              <a:latin typeface="Trebuchet MS" panose="020B0603020202020204" pitchFamily="34" charset="0"/>
            </a:endParaRPr>
          </a:p>
        </p:txBody>
      </p:sp>
      <p:pic>
        <p:nvPicPr>
          <p:cNvPr id="216" name="Google Shape;216;p12">
            <a:extLst>
              <a:ext uri="{FF2B5EF4-FFF2-40B4-BE49-F238E27FC236}">
                <a16:creationId xmlns:a16="http://schemas.microsoft.com/office/drawing/2014/main" id="{6ADB811E-8039-2B1A-2585-8BD73E0D1B78}"/>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7" name="Google Shape;217;p12">
            <a:extLst>
              <a:ext uri="{FF2B5EF4-FFF2-40B4-BE49-F238E27FC236}">
                <a16:creationId xmlns:a16="http://schemas.microsoft.com/office/drawing/2014/main" id="{FB76523C-A4EA-A104-499A-5CD1875994B0}"/>
              </a:ext>
            </a:extLst>
          </p:cNvPr>
          <p:cNvSpPr txBox="1">
            <a:spLocks noGrp="1"/>
          </p:cNvSpPr>
          <p:nvPr>
            <p:ph type="ftr" idx="11"/>
          </p:nvPr>
        </p:nvSpPr>
        <p:spPr>
          <a:xfrm>
            <a:off x="3362632" y="6356350"/>
            <a:ext cx="479076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18" name="Google Shape;218;p12">
            <a:extLst>
              <a:ext uri="{FF2B5EF4-FFF2-40B4-BE49-F238E27FC236}">
                <a16:creationId xmlns:a16="http://schemas.microsoft.com/office/drawing/2014/main" id="{8EE8F91C-D041-B83F-D79E-25950E469EE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219" name="Google Shape;219;p12">
            <a:extLst>
              <a:ext uri="{FF2B5EF4-FFF2-40B4-BE49-F238E27FC236}">
                <a16:creationId xmlns:a16="http://schemas.microsoft.com/office/drawing/2014/main" id="{6007AB51-0FE5-DB86-C4F3-6062CB29D27A}"/>
              </a:ext>
            </a:extLst>
          </p:cNvPr>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extLst>
      <p:ext uri="{BB962C8B-B14F-4D97-AF65-F5344CB8AC3E}">
        <p14:creationId xmlns:p14="http://schemas.microsoft.com/office/powerpoint/2010/main" val="1188775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2"/>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12"/>
          <p:cNvSpPr txBox="1"/>
          <p:nvPr/>
        </p:nvSpPr>
        <p:spPr>
          <a:xfrm>
            <a:off x="2895600" y="1143002"/>
            <a:ext cx="7772400" cy="400069"/>
          </a:xfrm>
          <a:prstGeom prst="rect">
            <a:avLst/>
          </a:prstGeom>
          <a:noFill/>
          <a:ln>
            <a:noFill/>
          </a:ln>
        </p:spPr>
        <p:txBody>
          <a:bodyPr spcFirstLastPara="1" wrap="square" lIns="91425" tIns="45700" rIns="91425" bIns="45700" anchor="t" anchorCtr="0">
            <a:spAutoFit/>
          </a:bodyPr>
          <a:lstStyle/>
          <a:p>
            <a:pPr marL="342891" lvl="0" indent="-342891" algn="r"/>
            <a:r>
              <a:rPr lang="en-US" sz="2000" dirty="0">
                <a:solidFill>
                  <a:srgbClr val="FF0000"/>
                </a:solidFill>
                <a:latin typeface="Trebuchet MS" panose="020B0603020202020204" pitchFamily="34" charset="0"/>
              </a:rPr>
              <a:t>Method-1 vs Method-2: Strategy Comparison</a:t>
            </a:r>
            <a:endParaRPr sz="2000" dirty="0">
              <a:solidFill>
                <a:srgbClr val="FF0000"/>
              </a:solidFill>
              <a:latin typeface="Trebuchet MS" panose="020B0603020202020204" pitchFamily="34" charset="0"/>
            </a:endParaRPr>
          </a:p>
        </p:txBody>
      </p:sp>
      <p:sp>
        <p:nvSpPr>
          <p:cNvPr id="215" name="Google Shape;215;p12"/>
          <p:cNvSpPr txBox="1"/>
          <p:nvPr/>
        </p:nvSpPr>
        <p:spPr>
          <a:xfrm>
            <a:off x="655320" y="1739873"/>
            <a:ext cx="10881359" cy="3785611"/>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IN" sz="2400" b="1" dirty="0">
                <a:solidFill>
                  <a:schemeClr val="accent2"/>
                </a:solidFill>
                <a:latin typeface="Trebuchet MS" panose="020B0603020202020204" pitchFamily="34" charset="0"/>
              </a:rPr>
              <a:t>Standard Approach vs. Our Proposed Pipeline:</a:t>
            </a:r>
          </a:p>
          <a:p>
            <a:pPr marL="342900" indent="-342900">
              <a:buFont typeface="Arial" panose="020B0604020202020204" pitchFamily="34" charset="0"/>
              <a:buChar char="•"/>
            </a:pPr>
            <a:endParaRPr lang="en-IN"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IN" sz="2400" b="1" dirty="0">
                <a:solidFill>
                  <a:schemeClr val="accent2"/>
                </a:solidFill>
                <a:latin typeface="Trebuchet MS" panose="020B0603020202020204" pitchFamily="34" charset="0"/>
              </a:rPr>
              <a:t>Audio Cleaning:</a:t>
            </a:r>
            <a:r>
              <a:rPr lang="en-IN" sz="2400" dirty="0">
                <a:solidFill>
                  <a:schemeClr val="accent2"/>
                </a:solidFill>
                <a:latin typeface="Trebuchet MS" panose="020B0603020202020204" pitchFamily="34" charset="0"/>
              </a:rPr>
              <a:t> Basic resampling vs. Transcript-driven speaker isolation + SNR suppression.</a:t>
            </a:r>
          </a:p>
          <a:p>
            <a:pPr marL="342900" indent="-342900">
              <a:buFont typeface="Arial" panose="020B0604020202020204" pitchFamily="34" charset="0"/>
              <a:buChar char="•"/>
            </a:pPr>
            <a:endParaRPr lang="en-IN"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IN" sz="2400" b="1" dirty="0">
                <a:solidFill>
                  <a:schemeClr val="accent2"/>
                </a:solidFill>
                <a:latin typeface="Trebuchet MS" panose="020B0603020202020204" pitchFamily="34" charset="0"/>
              </a:rPr>
              <a:t>Data Structure:</a:t>
            </a:r>
            <a:r>
              <a:rPr lang="en-IN" sz="2400" dirty="0">
                <a:solidFill>
                  <a:schemeClr val="accent2"/>
                </a:solidFill>
                <a:latin typeface="Trebuchet MS" panose="020B0603020202020204" pitchFamily="34" charset="0"/>
              </a:rPr>
              <a:t> Session-level statistics vs. Dynamic micro-frame generation (</a:t>
            </a:r>
            <a:r>
              <a:rPr lang="en-IN" sz="2400" dirty="0" err="1">
                <a:solidFill>
                  <a:schemeClr val="accent2"/>
                </a:solidFill>
                <a:latin typeface="Trebuchet MS" panose="020B0603020202020204" pitchFamily="34" charset="0"/>
              </a:rPr>
              <a:t>segX_frameY</a:t>
            </a:r>
            <a:r>
              <a:rPr lang="en-IN" sz="2400" dirty="0">
                <a:solidFill>
                  <a:schemeClr val="accent2"/>
                </a:solidFill>
                <a:latin typeface="Trebuchet MS" panose="020B0603020202020204" pitchFamily="34" charset="0"/>
              </a:rPr>
              <a:t>).</a:t>
            </a:r>
          </a:p>
          <a:p>
            <a:endParaRPr lang="en-IN" sz="2400" dirty="0">
              <a:solidFill>
                <a:schemeClr val="accent2"/>
              </a:solidFill>
              <a:latin typeface="Trebuchet MS" panose="020B0603020202020204" pitchFamily="34" charset="0"/>
            </a:endParaRPr>
          </a:p>
          <a:p>
            <a:pPr marL="342900" indent="-342900">
              <a:buFont typeface="Arial" panose="020B0604020202020204" pitchFamily="34" charset="0"/>
              <a:buChar char="•"/>
            </a:pPr>
            <a:r>
              <a:rPr lang="en-IN" sz="2400" b="1" dirty="0">
                <a:solidFill>
                  <a:schemeClr val="accent2"/>
                </a:solidFill>
                <a:latin typeface="Trebuchet MS" panose="020B0603020202020204" pitchFamily="34" charset="0"/>
              </a:rPr>
              <a:t>Feature Engineering:</a:t>
            </a:r>
            <a:r>
              <a:rPr lang="en-IN" sz="2400" dirty="0">
                <a:solidFill>
                  <a:schemeClr val="accent2"/>
                </a:solidFill>
                <a:latin typeface="Trebuchet MS" panose="020B0603020202020204" pitchFamily="34" charset="0"/>
              </a:rPr>
              <a:t> Out-of-the-box bulk extraction vs. Targeted 28-feature extraction optimized for sequential learning.</a:t>
            </a:r>
          </a:p>
        </p:txBody>
      </p:sp>
      <p:pic>
        <p:nvPicPr>
          <p:cNvPr id="216" name="Google Shape;216;p12"/>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7" name="Google Shape;217;p12"/>
          <p:cNvSpPr txBox="1">
            <a:spLocks noGrp="1"/>
          </p:cNvSpPr>
          <p:nvPr>
            <p:ph type="ftr" idx="11"/>
          </p:nvPr>
        </p:nvSpPr>
        <p:spPr>
          <a:xfrm>
            <a:off x="3333135" y="6356350"/>
            <a:ext cx="482026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18" name="Google Shape;2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219" name="Google Shape;219;p12"/>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p:nvPr/>
        </p:nvSpPr>
        <p:spPr>
          <a:xfrm>
            <a:off x="3048000" y="1581155"/>
            <a:ext cx="7620000" cy="36513"/>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11"/>
          <p:cNvSpPr txBox="1"/>
          <p:nvPr/>
        </p:nvSpPr>
        <p:spPr>
          <a:xfrm>
            <a:off x="2895600" y="1143002"/>
            <a:ext cx="77724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None/>
            </a:pPr>
            <a:r>
              <a:rPr lang="en-US" sz="2400">
                <a:solidFill>
                  <a:srgbClr val="FF0000"/>
                </a:solidFill>
                <a:latin typeface="Trebuchet MS"/>
                <a:ea typeface="Trebuchet MS"/>
                <a:cs typeface="Trebuchet MS"/>
                <a:sym typeface="Trebuchet MS"/>
              </a:rPr>
              <a:t>References</a:t>
            </a:r>
            <a:endParaRPr/>
          </a:p>
        </p:txBody>
      </p:sp>
      <p:sp>
        <p:nvSpPr>
          <p:cNvPr id="204" name="Google Shape;204;p11"/>
          <p:cNvSpPr txBox="1"/>
          <p:nvPr/>
        </p:nvSpPr>
        <p:spPr>
          <a:xfrm>
            <a:off x="609600" y="1934139"/>
            <a:ext cx="11031794" cy="4498974"/>
          </a:xfrm>
          <a:prstGeom prst="rect">
            <a:avLst/>
          </a:prstGeom>
          <a:noFill/>
          <a:ln>
            <a:noFill/>
          </a:ln>
        </p:spPr>
        <p:txBody>
          <a:bodyPr spcFirstLastPara="1" wrap="square" lIns="91425" tIns="45700" rIns="91425" bIns="45700" anchor="t" anchorCtr="0">
            <a:noAutofit/>
          </a:bodyPr>
          <a:lstStyle/>
          <a:p>
            <a:pPr marL="342900" lvl="0" indent="-342900">
              <a:spcBef>
                <a:spcPts val="400"/>
              </a:spcBef>
              <a:buFont typeface="Arial" panose="020B0604020202020204" pitchFamily="34" charset="0"/>
              <a:buChar char="•"/>
            </a:pPr>
            <a:r>
              <a:rPr lang="en-US" sz="2400" dirty="0" err="1">
                <a:solidFill>
                  <a:schemeClr val="accent2"/>
                </a:solidFill>
                <a:latin typeface="Trebuchet MS" panose="020B0603020202020204" pitchFamily="34" charset="0"/>
              </a:rPr>
              <a:t>Alghowinem</a:t>
            </a:r>
            <a:r>
              <a:rPr lang="en-US" sz="2400" dirty="0">
                <a:solidFill>
                  <a:schemeClr val="accent2"/>
                </a:solidFill>
                <a:latin typeface="Trebuchet MS" panose="020B0603020202020204" pitchFamily="34" charset="0"/>
              </a:rPr>
              <a:t>, S., et al. (2013) ‘Detecting depression: A comparison between spontaneous and read speech’, IEEE ICASSP.</a:t>
            </a:r>
          </a:p>
          <a:p>
            <a:pPr marL="342900" lvl="0" indent="-342900">
              <a:spcBef>
                <a:spcPts val="400"/>
              </a:spcBef>
              <a:buFont typeface="Arial" panose="020B0604020202020204" pitchFamily="34" charset="0"/>
              <a:buChar char="•"/>
            </a:pPr>
            <a:r>
              <a:rPr lang="en-US" sz="2400" dirty="0">
                <a:solidFill>
                  <a:schemeClr val="accent2"/>
                </a:solidFill>
                <a:latin typeface="Trebuchet MS" panose="020B0603020202020204" pitchFamily="34" charset="0"/>
              </a:rPr>
              <a:t>Cummins, N., et al. (2015) ‘A review of depression and suicide risk assessment using speech analysis’, Speech Communication.</a:t>
            </a:r>
          </a:p>
          <a:p>
            <a:pPr marL="342900" lvl="0" indent="-342900">
              <a:spcBef>
                <a:spcPts val="400"/>
              </a:spcBef>
              <a:buFont typeface="Arial" panose="020B0604020202020204" pitchFamily="34" charset="0"/>
              <a:buChar char="•"/>
            </a:pPr>
            <a:r>
              <a:rPr lang="en-US" sz="2400" dirty="0">
                <a:solidFill>
                  <a:schemeClr val="accent2"/>
                </a:solidFill>
                <a:latin typeface="Trebuchet MS" panose="020B0603020202020204" pitchFamily="34" charset="0"/>
              </a:rPr>
              <a:t>Morales, M.R.A., et al. (2018) ‘Speech vs. text: A comparative analysis of features for depression detection systems’, IEEE SLT.</a:t>
            </a:r>
          </a:p>
          <a:p>
            <a:pPr marL="342900" lvl="0" indent="-342900">
              <a:spcBef>
                <a:spcPts val="400"/>
              </a:spcBef>
              <a:buFont typeface="Arial" panose="020B0604020202020204" pitchFamily="34" charset="0"/>
              <a:buChar char="•"/>
            </a:pPr>
            <a:r>
              <a:rPr lang="en-US" sz="2400" dirty="0">
                <a:solidFill>
                  <a:schemeClr val="accent2"/>
                </a:solidFill>
                <a:latin typeface="Trebuchet MS" panose="020B0603020202020204" pitchFamily="34" charset="0"/>
              </a:rPr>
              <a:t>Williamson, J.R., et al. (2014) ‘Vocal biomarkers of depression based on motor incoordination’, ACM Multimedia.</a:t>
            </a:r>
            <a:endParaRPr sz="2400" dirty="0">
              <a:solidFill>
                <a:schemeClr val="accent2"/>
              </a:solidFill>
              <a:latin typeface="Trebuchet MS" panose="020B0603020202020204" pitchFamily="34" charset="0"/>
              <a:ea typeface="Trebuchet MS"/>
              <a:cs typeface="Trebuchet MS"/>
              <a:sym typeface="Trebuchet MS"/>
            </a:endParaRPr>
          </a:p>
        </p:txBody>
      </p:sp>
      <p:pic>
        <p:nvPicPr>
          <p:cNvPr id="205" name="Google Shape;205;p11"/>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06" name="Google Shape;206;p11"/>
          <p:cNvSpPr txBox="1">
            <a:spLocks noGrp="1"/>
          </p:cNvSpPr>
          <p:nvPr>
            <p:ph type="ftr" idx="11"/>
          </p:nvPr>
        </p:nvSpPr>
        <p:spPr>
          <a:xfrm>
            <a:off x="3362632" y="6356350"/>
            <a:ext cx="479076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07" name="Google Shape;20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08" name="Google Shape;208;p11"/>
          <p:cNvSpPr txBox="1"/>
          <p:nvPr/>
        </p:nvSpPr>
        <p:spPr>
          <a:xfrm>
            <a:off x="76201" y="631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888888"/>
                </a:solidFill>
                <a:latin typeface="Arial"/>
                <a:ea typeface="Arial"/>
                <a:cs typeface="Arial"/>
                <a:sym typeface="Arial"/>
              </a:rPr>
              <a:t>Detecting Depression using vocal cues</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3"/>
          <p:cNvSpPr/>
          <p:nvPr/>
        </p:nvSpPr>
        <p:spPr>
          <a:xfrm>
            <a:off x="3047749" y="2519680"/>
            <a:ext cx="4114800"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4000" dirty="0">
                <a:solidFill>
                  <a:srgbClr val="FF0000"/>
                </a:solidFill>
                <a:latin typeface="Trebuchet MS"/>
                <a:ea typeface="Trebuchet MS"/>
                <a:cs typeface="Trebuchet MS"/>
                <a:sym typeface="Trebuchet MS"/>
              </a:rPr>
              <a:t>Thank You</a:t>
            </a:r>
            <a:endParaRPr dirty="0"/>
          </a:p>
        </p:txBody>
      </p:sp>
      <p:sp>
        <p:nvSpPr>
          <p:cNvPr id="225" name="Google Shape;225;p13"/>
          <p:cNvSpPr txBox="1">
            <a:spLocks noGrp="1"/>
          </p:cNvSpPr>
          <p:nvPr>
            <p:ph type="ftr" idx="11"/>
          </p:nvPr>
        </p:nvSpPr>
        <p:spPr>
          <a:xfrm>
            <a:off x="3421626" y="6356350"/>
            <a:ext cx="473177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VISHRUTHRALLAPALLI_YUVRAJRAO_VIVANJEEVANNAIK_SRUJANKUMARJ</a:t>
            </a:r>
            <a:endParaRPr dirty="0"/>
          </a:p>
        </p:txBody>
      </p:sp>
      <p:sp>
        <p:nvSpPr>
          <p:cNvPr id="226" name="Google Shape;2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1954</Words>
  <Application>Microsoft Office PowerPoint</Application>
  <PresentationFormat>Widescreen</PresentationFormat>
  <Paragraphs>224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Noto Sans Symbols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account</dc:creator>
  <cp:lastModifiedBy>Srujan J</cp:lastModifiedBy>
  <cp:revision>27</cp:revision>
  <dcterms:created xsi:type="dcterms:W3CDTF">2023-02-02T07:40:50Z</dcterms:created>
  <dcterms:modified xsi:type="dcterms:W3CDTF">2026-03-26T17:39:44Z</dcterms:modified>
</cp:coreProperties>
</file>