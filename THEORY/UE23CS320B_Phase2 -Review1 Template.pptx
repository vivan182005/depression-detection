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84" r:id="rId4"/>
    <p:sldId id="291" r:id="rId5"/>
    <p:sldId id="293" r:id="rId6"/>
    <p:sldId id="292" r:id="rId7"/>
    <p:sldId id="259" r:id="rId8"/>
    <p:sldId id="280" r:id="rId9"/>
    <p:sldId id="281" r:id="rId10"/>
    <p:sldId id="270" r:id="rId11"/>
    <p:sldId id="287" r:id="rId12"/>
    <p:sldId id="286" r:id="rId13"/>
    <p:sldId id="288" r:id="rId14"/>
    <p:sldId id="289" r:id="rId15"/>
    <p:sldId id="290" r:id="rId16"/>
    <p:sldId id="294" r:id="rId17"/>
    <p:sldId id="266" r:id="rId18"/>
    <p:sldId id="268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7D33AA5-AECB-478A-9E2B-F720654F3580}">
          <p14:sldIdLst>
            <p14:sldId id="256"/>
            <p14:sldId id="257"/>
            <p14:sldId id="284"/>
            <p14:sldId id="291"/>
            <p14:sldId id="293"/>
            <p14:sldId id="292"/>
            <p14:sldId id="259"/>
            <p14:sldId id="280"/>
            <p14:sldId id="281"/>
            <p14:sldId id="270"/>
            <p14:sldId id="287"/>
            <p14:sldId id="286"/>
            <p14:sldId id="288"/>
            <p14:sldId id="289"/>
            <p14:sldId id="290"/>
            <p14:sldId id="294"/>
            <p14:sldId id="266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jOFrX30HVd1VnoidpTPdEttX7f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22FC45-11E7-40B0-8366-7AF25F00AFF6}" v="192" dt="2026-02-02T18:33:41.0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customschemas.google.com/relationships/presentationmetadata" Target="meta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ujan J" userId="d2d989060cf4f7bb" providerId="LiveId" clId="{6E6BBC6D-95F0-4432-9FA5-A296E4E55FED}"/>
    <pc:docChg chg="undo redo custSel addSld delSld modSld sldOrd addSection delSection modSection">
      <pc:chgData name="Srujan J" userId="d2d989060cf4f7bb" providerId="LiveId" clId="{6E6BBC6D-95F0-4432-9FA5-A296E4E55FED}" dt="2026-02-02T18:35:10.557" v="1118" actId="1076"/>
      <pc:docMkLst>
        <pc:docMk/>
      </pc:docMkLst>
      <pc:sldChg chg="addSp delSp modSp mod">
        <pc:chgData name="Srujan J" userId="d2d989060cf4f7bb" providerId="LiveId" clId="{6E6BBC6D-95F0-4432-9FA5-A296E4E55FED}" dt="2026-02-02T08:40:27.184" v="740"/>
        <pc:sldMkLst>
          <pc:docMk/>
          <pc:sldMk cId="0" sldId="256"/>
        </pc:sldMkLst>
        <pc:spChg chg="add">
          <ac:chgData name="Srujan J" userId="d2d989060cf4f7bb" providerId="LiveId" clId="{6E6BBC6D-95F0-4432-9FA5-A296E4E55FED}" dt="2026-02-01T16:19:17.218" v="222"/>
          <ac:spMkLst>
            <pc:docMk/>
            <pc:sldMk cId="0" sldId="256"/>
            <ac:spMk id="2" creationId="{FD9B09C6-7A29-53A0-A754-8C0044CE7D88}"/>
          </ac:spMkLst>
        </pc:spChg>
        <pc:spChg chg="add del">
          <ac:chgData name="Srujan J" userId="d2d989060cf4f7bb" providerId="LiveId" clId="{6E6BBC6D-95F0-4432-9FA5-A296E4E55FED}" dt="2026-02-02T08:33:24.886" v="663" actId="22"/>
          <ac:spMkLst>
            <pc:docMk/>
            <pc:sldMk cId="0" sldId="256"/>
            <ac:spMk id="3" creationId="{C96680A7-C052-EE68-E1D8-46912BB9E6FF}"/>
          </ac:spMkLst>
        </pc:spChg>
        <pc:spChg chg="mod">
          <ac:chgData name="Srujan J" userId="d2d989060cf4f7bb" providerId="LiveId" clId="{6E6BBC6D-95F0-4432-9FA5-A296E4E55FED}" dt="2026-02-02T08:34:38.577" v="703" actId="207"/>
          <ac:spMkLst>
            <pc:docMk/>
            <pc:sldMk cId="0" sldId="256"/>
            <ac:spMk id="105" creationId="{00000000-0000-0000-0000-000000000000}"/>
          </ac:spMkLst>
        </pc:spChg>
        <pc:spChg chg="add del mod">
          <ac:chgData name="Srujan J" userId="d2d989060cf4f7bb" providerId="LiveId" clId="{6E6BBC6D-95F0-4432-9FA5-A296E4E55FED}" dt="2026-02-02T08:34:25.471" v="702" actId="20577"/>
          <ac:spMkLst>
            <pc:docMk/>
            <pc:sldMk cId="0" sldId="256"/>
            <ac:spMk id="106" creationId="{00000000-0000-0000-0000-000000000000}"/>
          </ac:spMkLst>
        </pc:spChg>
        <pc:spChg chg="mod">
          <ac:chgData name="Srujan J" userId="d2d989060cf4f7bb" providerId="LiveId" clId="{6E6BBC6D-95F0-4432-9FA5-A296E4E55FED}" dt="2026-02-02T08:40:27.184" v="740"/>
          <ac:spMkLst>
            <pc:docMk/>
            <pc:sldMk cId="0" sldId="256"/>
            <ac:spMk id="108" creationId="{00000000-0000-0000-0000-000000000000}"/>
          </ac:spMkLst>
        </pc:spChg>
      </pc:sldChg>
      <pc:sldChg chg="addSp delSp modSp mod">
        <pc:chgData name="Srujan J" userId="d2d989060cf4f7bb" providerId="LiveId" clId="{6E6BBC6D-95F0-4432-9FA5-A296E4E55FED}" dt="2026-02-02T08:41:10.506" v="744"/>
        <pc:sldMkLst>
          <pc:docMk/>
          <pc:sldMk cId="0" sldId="257"/>
        </pc:sldMkLst>
        <pc:spChg chg="add mod">
          <ac:chgData name="Srujan J" userId="d2d989060cf4f7bb" providerId="LiveId" clId="{6E6BBC6D-95F0-4432-9FA5-A296E4E55FED}" dt="2026-02-02T08:39:16.645" v="739"/>
          <ac:spMkLst>
            <pc:docMk/>
            <pc:sldMk cId="0" sldId="257"/>
            <ac:spMk id="2" creationId="{094F3E6F-7317-AA9A-3104-ED2D2A0EC07E}"/>
          </ac:spMkLst>
        </pc:spChg>
        <pc:spChg chg="add mod">
          <ac:chgData name="Srujan J" userId="d2d989060cf4f7bb" providerId="LiveId" clId="{6E6BBC6D-95F0-4432-9FA5-A296E4E55FED}" dt="2026-02-02T08:41:10.506" v="744"/>
          <ac:spMkLst>
            <pc:docMk/>
            <pc:sldMk cId="0" sldId="257"/>
            <ac:spMk id="3" creationId="{2CBA4594-F338-EC5D-0A55-F0B16B753D6F}"/>
          </ac:spMkLst>
        </pc:spChg>
        <pc:spChg chg="mod">
          <ac:chgData name="Srujan J" userId="d2d989060cf4f7bb" providerId="LiveId" clId="{6E6BBC6D-95F0-4432-9FA5-A296E4E55FED}" dt="2026-02-01T16:42:56.126" v="300" actId="207"/>
          <ac:spMkLst>
            <pc:docMk/>
            <pc:sldMk cId="0" sldId="257"/>
            <ac:spMk id="116" creationId="{00000000-0000-0000-0000-000000000000}"/>
          </ac:spMkLst>
        </pc:spChg>
        <pc:spChg chg="del mod">
          <ac:chgData name="Srujan J" userId="d2d989060cf4f7bb" providerId="LiveId" clId="{6E6BBC6D-95F0-4432-9FA5-A296E4E55FED}" dt="2026-02-02T08:41:09.966" v="743" actId="478"/>
          <ac:spMkLst>
            <pc:docMk/>
            <pc:sldMk cId="0" sldId="257"/>
            <ac:spMk id="119" creationId="{00000000-0000-0000-0000-000000000000}"/>
          </ac:spMkLst>
        </pc:spChg>
        <pc:spChg chg="del mod">
          <ac:chgData name="Srujan J" userId="d2d989060cf4f7bb" providerId="LiveId" clId="{6E6BBC6D-95F0-4432-9FA5-A296E4E55FED}" dt="2026-02-02T08:39:15.828" v="738" actId="478"/>
          <ac:spMkLst>
            <pc:docMk/>
            <pc:sldMk cId="0" sldId="257"/>
            <ac:spMk id="121" creationId="{00000000-0000-0000-0000-000000000000}"/>
          </ac:spMkLst>
        </pc:spChg>
      </pc:sldChg>
      <pc:sldChg chg="addSp delSp modSp mod ord">
        <pc:chgData name="Srujan J" userId="d2d989060cf4f7bb" providerId="LiveId" clId="{6E6BBC6D-95F0-4432-9FA5-A296E4E55FED}" dt="2026-02-02T16:24:14.909" v="752" actId="20578"/>
        <pc:sldMkLst>
          <pc:docMk/>
          <pc:sldMk cId="0" sldId="258"/>
        </pc:sldMkLst>
        <pc:spChg chg="add">
          <ac:chgData name="Srujan J" userId="d2d989060cf4f7bb" providerId="LiveId" clId="{6E6BBC6D-95F0-4432-9FA5-A296E4E55FED}" dt="2026-02-01T16:09:35.327" v="73"/>
          <ac:spMkLst>
            <pc:docMk/>
            <pc:sldMk cId="0" sldId="258"/>
            <ac:spMk id="2" creationId="{08E0C444-5E28-740D-ADF8-DB3DFD61CE08}"/>
          </ac:spMkLst>
        </pc:spChg>
        <pc:spChg chg="add">
          <ac:chgData name="Srujan J" userId="d2d989060cf4f7bb" providerId="LiveId" clId="{6E6BBC6D-95F0-4432-9FA5-A296E4E55FED}" dt="2026-02-01T16:03:22.852" v="44"/>
          <ac:spMkLst>
            <pc:docMk/>
            <pc:sldMk cId="0" sldId="258"/>
            <ac:spMk id="2" creationId="{9886D513-8CD3-52BB-76D4-15DD19B6064C}"/>
          </ac:spMkLst>
        </pc:spChg>
        <pc:spChg chg="add mod">
          <ac:chgData name="Srujan J" userId="d2d989060cf4f7bb" providerId="LiveId" clId="{6E6BBC6D-95F0-4432-9FA5-A296E4E55FED}" dt="2026-02-01T16:38:20.629" v="264"/>
          <ac:spMkLst>
            <pc:docMk/>
            <pc:sldMk cId="0" sldId="258"/>
            <ac:spMk id="2" creationId="{B9FD6C50-19CA-3835-34A2-57BA0F73A22A}"/>
          </ac:spMkLst>
        </pc:spChg>
        <pc:spChg chg="add">
          <ac:chgData name="Srujan J" userId="d2d989060cf4f7bb" providerId="LiveId" clId="{6E6BBC6D-95F0-4432-9FA5-A296E4E55FED}" dt="2026-02-01T16:03:53.386" v="46"/>
          <ac:spMkLst>
            <pc:docMk/>
            <pc:sldMk cId="0" sldId="258"/>
            <ac:spMk id="3" creationId="{5594B2C6-9FF3-AF5B-B57D-0F93C9E7233F}"/>
          </ac:spMkLst>
        </pc:spChg>
        <pc:spChg chg="add mod">
          <ac:chgData name="Srujan J" userId="d2d989060cf4f7bb" providerId="LiveId" clId="{6E6BBC6D-95F0-4432-9FA5-A296E4E55FED}" dt="2026-02-01T16:38:57.319" v="275"/>
          <ac:spMkLst>
            <pc:docMk/>
            <pc:sldMk cId="0" sldId="258"/>
            <ac:spMk id="3" creationId="{983534C1-A019-3513-7BCC-38E2705340E2}"/>
          </ac:spMkLst>
        </pc:spChg>
        <pc:spChg chg="add mod">
          <ac:chgData name="Srujan J" userId="d2d989060cf4f7bb" providerId="LiveId" clId="{6E6BBC6D-95F0-4432-9FA5-A296E4E55FED}" dt="2026-02-01T16:10:27.091" v="75" actId="14100"/>
          <ac:spMkLst>
            <pc:docMk/>
            <pc:sldMk cId="0" sldId="258"/>
            <ac:spMk id="3" creationId="{F129958B-7846-B22E-6FCE-82428DA849A1}"/>
          </ac:spMkLst>
        </pc:spChg>
        <pc:spChg chg="add mod">
          <ac:chgData name="Srujan J" userId="d2d989060cf4f7bb" providerId="LiveId" clId="{6E6BBC6D-95F0-4432-9FA5-A296E4E55FED}" dt="2026-02-01T17:01:41.756" v="594" actId="20577"/>
          <ac:spMkLst>
            <pc:docMk/>
            <pc:sldMk cId="0" sldId="258"/>
            <ac:spMk id="4" creationId="{302BF763-1B60-C3FC-2BA7-12F0B27DC567}"/>
          </ac:spMkLst>
        </pc:spChg>
        <pc:spChg chg="add del mod">
          <ac:chgData name="Srujan J" userId="d2d989060cf4f7bb" providerId="LiveId" clId="{6E6BBC6D-95F0-4432-9FA5-A296E4E55FED}" dt="2026-02-01T16:22:50.869" v="250" actId="478"/>
          <ac:spMkLst>
            <pc:docMk/>
            <pc:sldMk cId="0" sldId="258"/>
            <ac:spMk id="4" creationId="{5B66AFE1-BC27-2F88-E0EC-A08CBE55325C}"/>
          </ac:spMkLst>
        </pc:spChg>
        <pc:spChg chg="add">
          <ac:chgData name="Srujan J" userId="d2d989060cf4f7bb" providerId="LiveId" clId="{6E6BBC6D-95F0-4432-9FA5-A296E4E55FED}" dt="2026-02-01T16:04:10.073" v="49"/>
          <ac:spMkLst>
            <pc:docMk/>
            <pc:sldMk cId="0" sldId="258"/>
            <ac:spMk id="4" creationId="{F559B583-327B-2E2E-68B8-C45D42D48156}"/>
          </ac:spMkLst>
        </pc:spChg>
        <pc:spChg chg="add mod">
          <ac:chgData name="Srujan J" userId="d2d989060cf4f7bb" providerId="LiveId" clId="{6E6BBC6D-95F0-4432-9FA5-A296E4E55FED}" dt="2026-02-01T16:22:40.691" v="248" actId="688"/>
          <ac:spMkLst>
            <pc:docMk/>
            <pc:sldMk cId="0" sldId="258"/>
            <ac:spMk id="5" creationId="{31531BDF-25B7-8F6B-3B82-942A8D200708}"/>
          </ac:spMkLst>
        </pc:spChg>
        <pc:spChg chg="add">
          <ac:chgData name="Srujan J" userId="d2d989060cf4f7bb" providerId="LiveId" clId="{6E6BBC6D-95F0-4432-9FA5-A296E4E55FED}" dt="2026-02-01T16:04:18.975" v="51"/>
          <ac:spMkLst>
            <pc:docMk/>
            <pc:sldMk cId="0" sldId="258"/>
            <ac:spMk id="5" creationId="{710A51CC-C544-07A0-6900-20E0D0CEEEA6}"/>
          </ac:spMkLst>
        </pc:spChg>
        <pc:spChg chg="add del mod">
          <ac:chgData name="Srujan J" userId="d2d989060cf4f7bb" providerId="LiveId" clId="{6E6BBC6D-95F0-4432-9FA5-A296E4E55FED}" dt="2026-02-01T16:39:01.440" v="276" actId="478"/>
          <ac:spMkLst>
            <pc:docMk/>
            <pc:sldMk cId="0" sldId="258"/>
            <ac:spMk id="6" creationId="{07E7BD72-B7E6-2CB3-E771-5DF9277A7D71}"/>
          </ac:spMkLst>
        </pc:spChg>
        <pc:spChg chg="add mod">
          <ac:chgData name="Srujan J" userId="d2d989060cf4f7bb" providerId="LiveId" clId="{6E6BBC6D-95F0-4432-9FA5-A296E4E55FED}" dt="2026-02-01T16:05:57.109" v="68" actId="14100"/>
          <ac:spMkLst>
            <pc:docMk/>
            <pc:sldMk cId="0" sldId="258"/>
            <ac:spMk id="6" creationId="{7C561858-B64A-686D-5253-09BD99EEB7EF}"/>
          </ac:spMkLst>
        </pc:spChg>
        <pc:spChg chg="add del mod">
          <ac:chgData name="Srujan J" userId="d2d989060cf4f7bb" providerId="LiveId" clId="{6E6BBC6D-95F0-4432-9FA5-A296E4E55FED}" dt="2026-02-01T16:38:40.084" v="274" actId="478"/>
          <ac:spMkLst>
            <pc:docMk/>
            <pc:sldMk cId="0" sldId="258"/>
            <ac:spMk id="7" creationId="{D9DC882D-10AD-2CD6-C764-D2706AE901F1}"/>
          </ac:spMkLst>
        </pc:spChg>
        <pc:spChg chg="mod">
          <ac:chgData name="Srujan J" userId="d2d989060cf4f7bb" providerId="LiveId" clId="{6E6BBC6D-95F0-4432-9FA5-A296E4E55FED}" dt="2026-02-01T16:09:30.096" v="72" actId="1076"/>
          <ac:spMkLst>
            <pc:docMk/>
            <pc:sldMk cId="0" sldId="258"/>
            <ac:spMk id="127" creationId="{00000000-0000-0000-0000-000000000000}"/>
          </ac:spMkLst>
        </pc:spChg>
        <pc:spChg chg="add del mod">
          <ac:chgData name="Srujan J" userId="d2d989060cf4f7bb" providerId="LiveId" clId="{6E6BBC6D-95F0-4432-9FA5-A296E4E55FED}" dt="2026-02-01T16:14:30.921" v="205" actId="478"/>
          <ac:spMkLst>
            <pc:docMk/>
            <pc:sldMk cId="0" sldId="258"/>
            <ac:spMk id="128" creationId="{00000000-0000-0000-0000-000000000000}"/>
          </ac:spMkLst>
        </pc:spChg>
        <pc:spChg chg="mod">
          <ac:chgData name="Srujan J" userId="d2d989060cf4f7bb" providerId="LiveId" clId="{6E6BBC6D-95F0-4432-9FA5-A296E4E55FED}" dt="2026-02-01T16:09:30.096" v="72" actId="1076"/>
          <ac:spMkLst>
            <pc:docMk/>
            <pc:sldMk cId="0" sldId="258"/>
            <ac:spMk id="129" creationId="{00000000-0000-0000-0000-000000000000}"/>
          </ac:spMkLst>
        </pc:spChg>
        <pc:spChg chg="mod">
          <ac:chgData name="Srujan J" userId="d2d989060cf4f7bb" providerId="LiveId" clId="{6E6BBC6D-95F0-4432-9FA5-A296E4E55FED}" dt="2026-02-02T08:40:27.184" v="740"/>
          <ac:spMkLst>
            <pc:docMk/>
            <pc:sldMk cId="0" sldId="258"/>
            <ac:spMk id="131" creationId="{00000000-0000-0000-0000-000000000000}"/>
          </ac:spMkLst>
        </pc:spChg>
        <pc:spChg chg="mod">
          <ac:chgData name="Srujan J" userId="d2d989060cf4f7bb" providerId="LiveId" clId="{6E6BBC6D-95F0-4432-9FA5-A296E4E55FED}" dt="2026-02-01T16:09:30.096" v="72" actId="1076"/>
          <ac:spMkLst>
            <pc:docMk/>
            <pc:sldMk cId="0" sldId="258"/>
            <ac:spMk id="132" creationId="{00000000-0000-0000-0000-000000000000}"/>
          </ac:spMkLst>
        </pc:spChg>
        <pc:spChg chg="mod">
          <ac:chgData name="Srujan J" userId="d2d989060cf4f7bb" providerId="LiveId" clId="{6E6BBC6D-95F0-4432-9FA5-A296E4E55FED}" dt="2026-02-02T08:36:50.648" v="706"/>
          <ac:spMkLst>
            <pc:docMk/>
            <pc:sldMk cId="0" sldId="258"/>
            <ac:spMk id="133" creationId="{00000000-0000-0000-0000-000000000000}"/>
          </ac:spMkLst>
        </pc:spChg>
        <pc:picChg chg="mod">
          <ac:chgData name="Srujan J" userId="d2d989060cf4f7bb" providerId="LiveId" clId="{6E6BBC6D-95F0-4432-9FA5-A296E4E55FED}" dt="2026-02-01T16:09:30.096" v="72" actId="1076"/>
          <ac:picMkLst>
            <pc:docMk/>
            <pc:sldMk cId="0" sldId="258"/>
            <ac:picMk id="130" creationId="{00000000-0000-0000-0000-000000000000}"/>
          </ac:picMkLst>
        </pc:picChg>
      </pc:sldChg>
      <pc:sldChg chg="addSp delSp modSp mod">
        <pc:chgData name="Srujan J" userId="d2d989060cf4f7bb" providerId="LiveId" clId="{6E6BBC6D-95F0-4432-9FA5-A296E4E55FED}" dt="2026-02-02T08:40:27.184" v="740"/>
        <pc:sldMkLst>
          <pc:docMk/>
          <pc:sldMk cId="0" sldId="259"/>
        </pc:sldMkLst>
        <pc:spChg chg="add mod">
          <ac:chgData name="Srujan J" userId="d2d989060cf4f7bb" providerId="LiveId" clId="{6E6BBC6D-95F0-4432-9FA5-A296E4E55FED}" dt="2026-02-01T16:17:03.039" v="219"/>
          <ac:spMkLst>
            <pc:docMk/>
            <pc:sldMk cId="0" sldId="259"/>
            <ac:spMk id="2" creationId="{5877B21F-BE66-851D-944E-9FD51043CDF3}"/>
          </ac:spMkLst>
        </pc:spChg>
        <pc:spChg chg="add">
          <ac:chgData name="Srujan J" userId="d2d989060cf4f7bb" providerId="LiveId" clId="{6E6BBC6D-95F0-4432-9FA5-A296E4E55FED}" dt="2026-02-01T16:04:47.888" v="53"/>
          <ac:spMkLst>
            <pc:docMk/>
            <pc:sldMk cId="0" sldId="259"/>
            <ac:spMk id="2" creationId="{8EEB1670-9C77-5CA5-32D8-85EEBD4E3015}"/>
          </ac:spMkLst>
        </pc:spChg>
        <pc:spChg chg="add mod">
          <ac:chgData name="Srujan J" userId="d2d989060cf4f7bb" providerId="LiveId" clId="{6E6BBC6D-95F0-4432-9FA5-A296E4E55FED}" dt="2026-02-01T17:01:34.402" v="592" actId="113"/>
          <ac:spMkLst>
            <pc:docMk/>
            <pc:sldMk cId="0" sldId="259"/>
            <ac:spMk id="2" creationId="{C0BAB60B-D369-5A5B-6F69-2DEB470D24A7}"/>
          </ac:spMkLst>
        </pc:spChg>
        <pc:spChg chg="add mod">
          <ac:chgData name="Srujan J" userId="d2d989060cf4f7bb" providerId="LiveId" clId="{6E6BBC6D-95F0-4432-9FA5-A296E4E55FED}" dt="2026-02-01T16:17:24.105" v="221" actId="170"/>
          <ac:spMkLst>
            <pc:docMk/>
            <pc:sldMk cId="0" sldId="259"/>
            <ac:spMk id="3" creationId="{F35FD825-F254-22F9-27E0-3053708B99A8}"/>
          </ac:spMkLst>
        </pc:spChg>
        <pc:spChg chg="add del mod">
          <ac:chgData name="Srujan J" userId="d2d989060cf4f7bb" providerId="LiveId" clId="{6E6BBC6D-95F0-4432-9FA5-A296E4E55FED}" dt="2026-02-01T16:20:19.036" v="225" actId="478"/>
          <ac:spMkLst>
            <pc:docMk/>
            <pc:sldMk cId="0" sldId="259"/>
            <ac:spMk id="4" creationId="{02657974-EF61-8FCF-0F7E-551B575013BA}"/>
          </ac:spMkLst>
        </pc:spChg>
        <pc:spChg chg="add del mod">
          <ac:chgData name="Srujan J" userId="d2d989060cf4f7bb" providerId="LiveId" clId="{6E6BBC6D-95F0-4432-9FA5-A296E4E55FED}" dt="2026-02-01T16:21:57.604" v="241" actId="14100"/>
          <ac:spMkLst>
            <pc:docMk/>
            <pc:sldMk cId="0" sldId="259"/>
            <ac:spMk id="5" creationId="{FB8594C0-81AF-E6A1-64CD-EF261AA25917}"/>
          </ac:spMkLst>
        </pc:spChg>
        <pc:spChg chg="add del mod">
          <ac:chgData name="Srujan J" userId="d2d989060cf4f7bb" providerId="LiveId" clId="{6E6BBC6D-95F0-4432-9FA5-A296E4E55FED}" dt="2026-02-01T16:48:27.948" v="401" actId="478"/>
          <ac:spMkLst>
            <pc:docMk/>
            <pc:sldMk cId="0" sldId="259"/>
            <ac:spMk id="140" creationId="{00000000-0000-0000-0000-000000000000}"/>
          </ac:spMkLst>
        </pc:spChg>
        <pc:spChg chg="mod">
          <ac:chgData name="Srujan J" userId="d2d989060cf4f7bb" providerId="LiveId" clId="{6E6BBC6D-95F0-4432-9FA5-A296E4E55FED}" dt="2026-02-01T16:49:28.856" v="413" actId="20577"/>
          <ac:spMkLst>
            <pc:docMk/>
            <pc:sldMk cId="0" sldId="259"/>
            <ac:spMk id="141" creationId="{00000000-0000-0000-0000-000000000000}"/>
          </ac:spMkLst>
        </pc:spChg>
        <pc:spChg chg="mod">
          <ac:chgData name="Srujan J" userId="d2d989060cf4f7bb" providerId="LiveId" clId="{6E6BBC6D-95F0-4432-9FA5-A296E4E55FED}" dt="2026-02-02T08:40:27.184" v="740"/>
          <ac:spMkLst>
            <pc:docMk/>
            <pc:sldMk cId="0" sldId="259"/>
            <ac:spMk id="143" creationId="{00000000-0000-0000-0000-000000000000}"/>
          </ac:spMkLst>
        </pc:spChg>
        <pc:spChg chg="mod">
          <ac:chgData name="Srujan J" userId="d2d989060cf4f7bb" providerId="LiveId" clId="{6E6BBC6D-95F0-4432-9FA5-A296E4E55FED}" dt="2026-02-02T08:36:54.329" v="707"/>
          <ac:spMkLst>
            <pc:docMk/>
            <pc:sldMk cId="0" sldId="259"/>
            <ac:spMk id="145" creationId="{00000000-0000-0000-0000-000000000000}"/>
          </ac:spMkLst>
        </pc:spChg>
      </pc:sldChg>
      <pc:sldChg chg="del">
        <pc:chgData name="Srujan J" userId="d2d989060cf4f7bb" providerId="LiveId" clId="{6E6BBC6D-95F0-4432-9FA5-A296E4E55FED}" dt="2026-02-02T08:31:40.268" v="655" actId="2696"/>
        <pc:sldMkLst>
          <pc:docMk/>
          <pc:sldMk cId="0" sldId="260"/>
        </pc:sldMkLst>
      </pc:sldChg>
      <pc:sldChg chg="del">
        <pc:chgData name="Srujan J" userId="d2d989060cf4f7bb" providerId="LiveId" clId="{6E6BBC6D-95F0-4432-9FA5-A296E4E55FED}" dt="2026-02-02T08:31:35.794" v="654" actId="2696"/>
        <pc:sldMkLst>
          <pc:docMk/>
          <pc:sldMk cId="0" sldId="261"/>
        </pc:sldMkLst>
      </pc:sldChg>
      <pc:sldChg chg="del">
        <pc:chgData name="Srujan J" userId="d2d989060cf4f7bb" providerId="LiveId" clId="{6E6BBC6D-95F0-4432-9FA5-A296E4E55FED}" dt="2026-02-02T08:31:32.361" v="653" actId="2696"/>
        <pc:sldMkLst>
          <pc:docMk/>
          <pc:sldMk cId="0" sldId="262"/>
        </pc:sldMkLst>
      </pc:sldChg>
      <pc:sldChg chg="del">
        <pc:chgData name="Srujan J" userId="d2d989060cf4f7bb" providerId="LiveId" clId="{6E6BBC6D-95F0-4432-9FA5-A296E4E55FED}" dt="2026-02-02T08:31:20.247" v="651" actId="2696"/>
        <pc:sldMkLst>
          <pc:docMk/>
          <pc:sldMk cId="0" sldId="263"/>
        </pc:sldMkLst>
      </pc:sldChg>
      <pc:sldChg chg="del">
        <pc:chgData name="Srujan J" userId="d2d989060cf4f7bb" providerId="LiveId" clId="{6E6BBC6D-95F0-4432-9FA5-A296E4E55FED}" dt="2026-02-02T08:31:15.823" v="650" actId="2696"/>
        <pc:sldMkLst>
          <pc:docMk/>
          <pc:sldMk cId="0" sldId="265"/>
        </pc:sldMkLst>
      </pc:sldChg>
      <pc:sldChg chg="modSp mod">
        <pc:chgData name="Srujan J" userId="d2d989060cf4f7bb" providerId="LiveId" clId="{6E6BBC6D-95F0-4432-9FA5-A296E4E55FED}" dt="2026-02-02T08:40:27.184" v="740"/>
        <pc:sldMkLst>
          <pc:docMk/>
          <pc:sldMk cId="0" sldId="266"/>
        </pc:sldMkLst>
        <pc:spChg chg="mod">
          <ac:chgData name="Srujan J" userId="d2d989060cf4f7bb" providerId="LiveId" clId="{6E6BBC6D-95F0-4432-9FA5-A296E4E55FED}" dt="2026-02-02T08:40:27.184" v="740"/>
          <ac:spMkLst>
            <pc:docMk/>
            <pc:sldMk cId="0" sldId="266"/>
            <ac:spMk id="223" creationId="{00000000-0000-0000-0000-000000000000}"/>
          </ac:spMkLst>
        </pc:spChg>
        <pc:spChg chg="mod">
          <ac:chgData name="Srujan J" userId="d2d989060cf4f7bb" providerId="LiveId" clId="{6E6BBC6D-95F0-4432-9FA5-A296E4E55FED}" dt="2026-02-02T08:38:27.112" v="733"/>
          <ac:spMkLst>
            <pc:docMk/>
            <pc:sldMk cId="0" sldId="266"/>
            <ac:spMk id="225" creationId="{00000000-0000-0000-0000-000000000000}"/>
          </ac:spMkLst>
        </pc:spChg>
      </pc:sldChg>
      <pc:sldChg chg="del">
        <pc:chgData name="Srujan J" userId="d2d989060cf4f7bb" providerId="LiveId" clId="{6E6BBC6D-95F0-4432-9FA5-A296E4E55FED}" dt="2026-02-02T08:31:07.303" v="649" actId="2696"/>
        <pc:sldMkLst>
          <pc:docMk/>
          <pc:sldMk cId="0" sldId="267"/>
        </pc:sldMkLst>
      </pc:sldChg>
      <pc:sldChg chg="modSp">
        <pc:chgData name="Srujan J" userId="d2d989060cf4f7bb" providerId="LiveId" clId="{6E6BBC6D-95F0-4432-9FA5-A296E4E55FED}" dt="2026-02-02T08:40:27.184" v="740"/>
        <pc:sldMkLst>
          <pc:docMk/>
          <pc:sldMk cId="0" sldId="268"/>
        </pc:sldMkLst>
        <pc:spChg chg="mod">
          <ac:chgData name="Srujan J" userId="d2d989060cf4f7bb" providerId="LiveId" clId="{6E6BBC6D-95F0-4432-9FA5-A296E4E55FED}" dt="2026-02-02T08:40:27.184" v="740"/>
          <ac:spMkLst>
            <pc:docMk/>
            <pc:sldMk cId="0" sldId="268"/>
            <ac:spMk id="242" creationId="{00000000-0000-0000-0000-000000000000}"/>
          </ac:spMkLst>
        </pc:spChg>
      </pc:sldChg>
      <pc:sldChg chg="del">
        <pc:chgData name="Srujan J" userId="d2d989060cf4f7bb" providerId="LiveId" clId="{6E6BBC6D-95F0-4432-9FA5-A296E4E55FED}" dt="2026-02-02T08:31:49.878" v="656" actId="2696"/>
        <pc:sldMkLst>
          <pc:docMk/>
          <pc:sldMk cId="2215641323" sldId="269"/>
        </pc:sldMkLst>
      </pc:sldChg>
      <pc:sldChg chg="addSp delSp modSp add mod">
        <pc:chgData name="Srujan J" userId="d2d989060cf4f7bb" providerId="LiveId" clId="{6E6BBC6D-95F0-4432-9FA5-A296E4E55FED}" dt="2026-02-02T18:11:11.114" v="898" actId="20577"/>
        <pc:sldMkLst>
          <pc:docMk/>
          <pc:sldMk cId="253906817" sldId="270"/>
        </pc:sldMkLst>
        <pc:spChg chg="del mod">
          <ac:chgData name="Srujan J" userId="d2d989060cf4f7bb" providerId="LiveId" clId="{6E6BBC6D-95F0-4432-9FA5-A296E4E55FED}" dt="2026-02-01T16:53:45.252" v="480" actId="478"/>
          <ac:spMkLst>
            <pc:docMk/>
            <pc:sldMk cId="253906817" sldId="270"/>
            <ac:spMk id="2" creationId="{56B41CE2-6855-04EB-F1A9-1006C57AEBED}"/>
          </ac:spMkLst>
        </pc:spChg>
        <pc:spChg chg="add del mod">
          <ac:chgData name="Srujan J" userId="d2d989060cf4f7bb" providerId="LiveId" clId="{6E6BBC6D-95F0-4432-9FA5-A296E4E55FED}" dt="2026-02-01T16:55:03.629" v="520" actId="47"/>
          <ac:spMkLst>
            <pc:docMk/>
            <pc:sldMk cId="253906817" sldId="270"/>
            <ac:spMk id="3" creationId="{CD9DFA6B-5A93-4813-63B9-E431474353CA}"/>
          </ac:spMkLst>
        </pc:spChg>
        <pc:spChg chg="add mod">
          <ac:chgData name="Srujan J" userId="d2d989060cf4f7bb" providerId="LiveId" clId="{6E6BBC6D-95F0-4432-9FA5-A296E4E55FED}" dt="2026-02-01T16:55:13.253" v="528" actId="2711"/>
          <ac:spMkLst>
            <pc:docMk/>
            <pc:sldMk cId="253906817" sldId="270"/>
            <ac:spMk id="4" creationId="{0DB7498F-8FD0-5E37-DE9C-BD6B36BDD696}"/>
          </ac:spMkLst>
        </pc:spChg>
        <pc:spChg chg="add mod">
          <ac:chgData name="Srujan J" userId="d2d989060cf4f7bb" providerId="LiveId" clId="{6E6BBC6D-95F0-4432-9FA5-A296E4E55FED}" dt="2026-02-02T18:11:11.114" v="898" actId="20577"/>
          <ac:spMkLst>
            <pc:docMk/>
            <pc:sldMk cId="253906817" sldId="270"/>
            <ac:spMk id="5" creationId="{3040F9AD-82B3-D987-2BE7-17175EECBFD4}"/>
          </ac:spMkLst>
        </pc:spChg>
        <pc:spChg chg="mod">
          <ac:chgData name="Srujan J" userId="d2d989060cf4f7bb" providerId="LiveId" clId="{6E6BBC6D-95F0-4432-9FA5-A296E4E55FED}" dt="2026-02-02T18:01:35.986" v="762"/>
          <ac:spMkLst>
            <pc:docMk/>
            <pc:sldMk cId="253906817" sldId="270"/>
            <ac:spMk id="141" creationId="{692D62AC-C3F0-2EC8-9A62-AD590B3F96E4}"/>
          </ac:spMkLst>
        </pc:spChg>
        <pc:spChg chg="mod">
          <ac:chgData name="Srujan J" userId="d2d989060cf4f7bb" providerId="LiveId" clId="{6E6BBC6D-95F0-4432-9FA5-A296E4E55FED}" dt="2026-02-02T08:40:27.184" v="740"/>
          <ac:spMkLst>
            <pc:docMk/>
            <pc:sldMk cId="253906817" sldId="270"/>
            <ac:spMk id="143" creationId="{083FF4C4-D855-9A3A-B610-065D9D16E991}"/>
          </ac:spMkLst>
        </pc:spChg>
        <pc:spChg chg="mod">
          <ac:chgData name="Srujan J" userId="d2d989060cf4f7bb" providerId="LiveId" clId="{6E6BBC6D-95F0-4432-9FA5-A296E4E55FED}" dt="2026-02-02T08:36:57.899" v="708"/>
          <ac:spMkLst>
            <pc:docMk/>
            <pc:sldMk cId="253906817" sldId="270"/>
            <ac:spMk id="145" creationId="{2AD98293-184F-62C9-F57C-6505132AD3DB}"/>
          </ac:spMkLst>
        </pc:spChg>
        <pc:graphicFrameChg chg="add mod modGraphic">
          <ac:chgData name="Srujan J" userId="d2d989060cf4f7bb" providerId="LiveId" clId="{6E6BBC6D-95F0-4432-9FA5-A296E4E55FED}" dt="2026-02-02T18:08:40.900" v="819" actId="2711"/>
          <ac:graphicFrameMkLst>
            <pc:docMk/>
            <pc:sldMk cId="253906817" sldId="270"/>
            <ac:graphicFrameMk id="2" creationId="{332CBEA3-D205-5860-9AA8-1C576F1F3A1E}"/>
          </ac:graphicFrameMkLst>
        </pc:graphicFrameChg>
      </pc:sldChg>
      <pc:sldChg chg="new del">
        <pc:chgData name="Srujan J" userId="d2d989060cf4f7bb" providerId="LiveId" clId="{6E6BBC6D-95F0-4432-9FA5-A296E4E55FED}" dt="2026-02-01T16:14:44.438" v="207" actId="680"/>
        <pc:sldMkLst>
          <pc:docMk/>
          <pc:sldMk cId="1732300123" sldId="270"/>
        </pc:sldMkLst>
      </pc:sldChg>
      <pc:sldChg chg="addSp modSp new del mod">
        <pc:chgData name="Srujan J" userId="d2d989060cf4f7bb" providerId="LiveId" clId="{6E6BBC6D-95F0-4432-9FA5-A296E4E55FED}" dt="2026-02-01T16:16:56.982" v="218" actId="47"/>
        <pc:sldMkLst>
          <pc:docMk/>
          <pc:sldMk cId="3598540708" sldId="270"/>
        </pc:sldMkLst>
        <pc:spChg chg="mod">
          <ac:chgData name="Srujan J" userId="d2d989060cf4f7bb" providerId="LiveId" clId="{6E6BBC6D-95F0-4432-9FA5-A296E4E55FED}" dt="2026-02-01T16:16:34.078" v="216" actId="14100"/>
          <ac:spMkLst>
            <pc:docMk/>
            <pc:sldMk cId="3598540708" sldId="270"/>
            <ac:spMk id="2" creationId="{C1D2CD06-4E57-71CB-D819-220466DB3D0A}"/>
          </ac:spMkLst>
        </pc:spChg>
        <pc:spChg chg="add mod">
          <ac:chgData name="Srujan J" userId="d2d989060cf4f7bb" providerId="LiveId" clId="{6E6BBC6D-95F0-4432-9FA5-A296E4E55FED}" dt="2026-02-01T16:16:21.557" v="214"/>
          <ac:spMkLst>
            <pc:docMk/>
            <pc:sldMk cId="3598540708" sldId="270"/>
            <ac:spMk id="5" creationId="{03A3AE4F-B144-4915-561E-9C3005921D1D}"/>
          </ac:spMkLst>
        </pc:spChg>
        <pc:spChg chg="add mod">
          <ac:chgData name="Srujan J" userId="d2d989060cf4f7bb" providerId="LiveId" clId="{6E6BBC6D-95F0-4432-9FA5-A296E4E55FED}" dt="2026-02-01T16:16:51.280" v="217"/>
          <ac:spMkLst>
            <pc:docMk/>
            <pc:sldMk cId="3598540708" sldId="270"/>
            <ac:spMk id="6" creationId="{E371CDBA-1268-F046-757C-E432664E2FFB}"/>
          </ac:spMkLst>
        </pc:spChg>
      </pc:sldChg>
      <pc:sldChg chg="modSp add mod">
        <pc:chgData name="Srujan J" userId="d2d989060cf4f7bb" providerId="LiveId" clId="{6E6BBC6D-95F0-4432-9FA5-A296E4E55FED}" dt="2026-02-02T08:40:27.184" v="740"/>
        <pc:sldMkLst>
          <pc:docMk/>
          <pc:sldMk cId="1433438869" sldId="271"/>
        </pc:sldMkLst>
        <pc:spChg chg="mod">
          <ac:chgData name="Srujan J" userId="d2d989060cf4f7bb" providerId="LiveId" clId="{6E6BBC6D-95F0-4432-9FA5-A296E4E55FED}" dt="2026-02-01T17:00:32.107" v="586" actId="20577"/>
          <ac:spMkLst>
            <pc:docMk/>
            <pc:sldMk cId="1433438869" sldId="271"/>
            <ac:spMk id="5" creationId="{9C9C9951-0EAE-1A64-9F2F-2B21D1A6386F}"/>
          </ac:spMkLst>
        </pc:spChg>
        <pc:spChg chg="mod">
          <ac:chgData name="Srujan J" userId="d2d989060cf4f7bb" providerId="LiveId" clId="{6E6BBC6D-95F0-4432-9FA5-A296E4E55FED}" dt="2026-02-01T16:58:33.890" v="563"/>
          <ac:spMkLst>
            <pc:docMk/>
            <pc:sldMk cId="1433438869" sldId="271"/>
            <ac:spMk id="141" creationId="{A730162B-AC77-4ECF-7E3E-11FE45F934AF}"/>
          </ac:spMkLst>
        </pc:spChg>
        <pc:spChg chg="mod">
          <ac:chgData name="Srujan J" userId="d2d989060cf4f7bb" providerId="LiveId" clId="{6E6BBC6D-95F0-4432-9FA5-A296E4E55FED}" dt="2026-02-02T08:40:27.184" v="740"/>
          <ac:spMkLst>
            <pc:docMk/>
            <pc:sldMk cId="1433438869" sldId="271"/>
            <ac:spMk id="143" creationId="{02A6612C-9640-35EC-5F51-A78A4B235947}"/>
          </ac:spMkLst>
        </pc:spChg>
        <pc:spChg chg="mod">
          <ac:chgData name="Srujan J" userId="d2d989060cf4f7bb" providerId="LiveId" clId="{6E6BBC6D-95F0-4432-9FA5-A296E4E55FED}" dt="2026-02-02T08:37:03.203" v="709"/>
          <ac:spMkLst>
            <pc:docMk/>
            <pc:sldMk cId="1433438869" sldId="271"/>
            <ac:spMk id="145" creationId="{EA312FDB-0DB5-5454-DC9C-2E382372C3A3}"/>
          </ac:spMkLst>
        </pc:spChg>
      </pc:sldChg>
      <pc:sldChg chg="modSp add mod">
        <pc:chgData name="Srujan J" userId="d2d989060cf4f7bb" providerId="LiveId" clId="{6E6BBC6D-95F0-4432-9FA5-A296E4E55FED}" dt="2026-02-02T08:40:27.184" v="740"/>
        <pc:sldMkLst>
          <pc:docMk/>
          <pc:sldMk cId="2761896723" sldId="272"/>
        </pc:sldMkLst>
        <pc:spChg chg="mod">
          <ac:chgData name="Srujan J" userId="d2d989060cf4f7bb" providerId="LiveId" clId="{6E6BBC6D-95F0-4432-9FA5-A296E4E55FED}" dt="2026-02-01T17:03:39.842" v="614" actId="20577"/>
          <ac:spMkLst>
            <pc:docMk/>
            <pc:sldMk cId="2761896723" sldId="272"/>
            <ac:spMk id="5" creationId="{3989CDF2-0CFC-3474-AD88-84137A6067A7}"/>
          </ac:spMkLst>
        </pc:spChg>
        <pc:spChg chg="mod">
          <ac:chgData name="Srujan J" userId="d2d989060cf4f7bb" providerId="LiveId" clId="{6E6BBC6D-95F0-4432-9FA5-A296E4E55FED}" dt="2026-02-01T17:02:24.594" v="596"/>
          <ac:spMkLst>
            <pc:docMk/>
            <pc:sldMk cId="2761896723" sldId="272"/>
            <ac:spMk id="141" creationId="{97C8E06A-5FE2-C15A-4884-A62CEC36D7F7}"/>
          </ac:spMkLst>
        </pc:spChg>
        <pc:spChg chg="mod">
          <ac:chgData name="Srujan J" userId="d2d989060cf4f7bb" providerId="LiveId" clId="{6E6BBC6D-95F0-4432-9FA5-A296E4E55FED}" dt="2026-02-02T08:40:27.184" v="740"/>
          <ac:spMkLst>
            <pc:docMk/>
            <pc:sldMk cId="2761896723" sldId="272"/>
            <ac:spMk id="143" creationId="{1287EF5D-8CF0-CBF9-CFAC-7E64481269CB}"/>
          </ac:spMkLst>
        </pc:spChg>
        <pc:spChg chg="mod">
          <ac:chgData name="Srujan J" userId="d2d989060cf4f7bb" providerId="LiveId" clId="{6E6BBC6D-95F0-4432-9FA5-A296E4E55FED}" dt="2026-02-02T08:37:07.664" v="710"/>
          <ac:spMkLst>
            <pc:docMk/>
            <pc:sldMk cId="2761896723" sldId="272"/>
            <ac:spMk id="145" creationId="{06610036-22A6-5FCE-52E0-0B656FFE9092}"/>
          </ac:spMkLst>
        </pc:spChg>
      </pc:sldChg>
      <pc:sldChg chg="modSp add mod">
        <pc:chgData name="Srujan J" userId="d2d989060cf4f7bb" providerId="LiveId" clId="{6E6BBC6D-95F0-4432-9FA5-A296E4E55FED}" dt="2026-02-02T08:40:27.184" v="740"/>
        <pc:sldMkLst>
          <pc:docMk/>
          <pc:sldMk cId="3345433618" sldId="273"/>
        </pc:sldMkLst>
        <pc:spChg chg="mod">
          <ac:chgData name="Srujan J" userId="d2d989060cf4f7bb" providerId="LiveId" clId="{6E6BBC6D-95F0-4432-9FA5-A296E4E55FED}" dt="2026-02-01T17:06:15.531" v="631" actId="20577"/>
          <ac:spMkLst>
            <pc:docMk/>
            <pc:sldMk cId="3345433618" sldId="273"/>
            <ac:spMk id="5" creationId="{1ED2EA01-EAC6-A475-C253-3D0BD6089B69}"/>
          </ac:spMkLst>
        </pc:spChg>
        <pc:spChg chg="mod">
          <ac:chgData name="Srujan J" userId="d2d989060cf4f7bb" providerId="LiveId" clId="{6E6BBC6D-95F0-4432-9FA5-A296E4E55FED}" dt="2026-02-01T17:04:16.837" v="616"/>
          <ac:spMkLst>
            <pc:docMk/>
            <pc:sldMk cId="3345433618" sldId="273"/>
            <ac:spMk id="141" creationId="{49BA0BFB-1D5D-EF4C-AE7A-A0C90460F176}"/>
          </ac:spMkLst>
        </pc:spChg>
        <pc:spChg chg="mod">
          <ac:chgData name="Srujan J" userId="d2d989060cf4f7bb" providerId="LiveId" clId="{6E6BBC6D-95F0-4432-9FA5-A296E4E55FED}" dt="2026-02-02T08:40:27.184" v="740"/>
          <ac:spMkLst>
            <pc:docMk/>
            <pc:sldMk cId="3345433618" sldId="273"/>
            <ac:spMk id="143" creationId="{9C9A4F07-8FAE-0927-D0B5-9026F6D92137}"/>
          </ac:spMkLst>
        </pc:spChg>
        <pc:spChg chg="mod">
          <ac:chgData name="Srujan J" userId="d2d989060cf4f7bb" providerId="LiveId" clId="{6E6BBC6D-95F0-4432-9FA5-A296E4E55FED}" dt="2026-02-02T08:37:11.842" v="711"/>
          <ac:spMkLst>
            <pc:docMk/>
            <pc:sldMk cId="3345433618" sldId="273"/>
            <ac:spMk id="145" creationId="{516338B4-7DC3-0C9E-8468-02964D3E0F2F}"/>
          </ac:spMkLst>
        </pc:spChg>
      </pc:sldChg>
      <pc:sldChg chg="modSp add mod">
        <pc:chgData name="Srujan J" userId="d2d989060cf4f7bb" providerId="LiveId" clId="{6E6BBC6D-95F0-4432-9FA5-A296E4E55FED}" dt="2026-02-02T08:40:27.184" v="740"/>
        <pc:sldMkLst>
          <pc:docMk/>
          <pc:sldMk cId="3926409668" sldId="274"/>
        </pc:sldMkLst>
        <pc:spChg chg="mod">
          <ac:chgData name="Srujan J" userId="d2d989060cf4f7bb" providerId="LiveId" clId="{6E6BBC6D-95F0-4432-9FA5-A296E4E55FED}" dt="2026-02-01T17:08:33.932" v="647" actId="20577"/>
          <ac:spMkLst>
            <pc:docMk/>
            <pc:sldMk cId="3926409668" sldId="274"/>
            <ac:spMk id="5" creationId="{ADFE1A2C-01E6-FE1B-48CE-B0CF23776BEF}"/>
          </ac:spMkLst>
        </pc:spChg>
        <pc:spChg chg="mod">
          <ac:chgData name="Srujan J" userId="d2d989060cf4f7bb" providerId="LiveId" clId="{6E6BBC6D-95F0-4432-9FA5-A296E4E55FED}" dt="2026-02-01T17:07:25.942" v="633"/>
          <ac:spMkLst>
            <pc:docMk/>
            <pc:sldMk cId="3926409668" sldId="274"/>
            <ac:spMk id="141" creationId="{3315CAFF-09A6-064E-C5F1-F90BF9BEC9C8}"/>
          </ac:spMkLst>
        </pc:spChg>
        <pc:spChg chg="mod">
          <ac:chgData name="Srujan J" userId="d2d989060cf4f7bb" providerId="LiveId" clId="{6E6BBC6D-95F0-4432-9FA5-A296E4E55FED}" dt="2026-02-02T08:40:27.184" v="740"/>
          <ac:spMkLst>
            <pc:docMk/>
            <pc:sldMk cId="3926409668" sldId="274"/>
            <ac:spMk id="143" creationId="{4761AD94-8F29-6EA6-AE0F-547FA99C99FB}"/>
          </ac:spMkLst>
        </pc:spChg>
        <pc:spChg chg="mod">
          <ac:chgData name="Srujan J" userId="d2d989060cf4f7bb" providerId="LiveId" clId="{6E6BBC6D-95F0-4432-9FA5-A296E4E55FED}" dt="2026-02-02T08:37:20.207" v="712"/>
          <ac:spMkLst>
            <pc:docMk/>
            <pc:sldMk cId="3926409668" sldId="274"/>
            <ac:spMk id="145" creationId="{3717AD83-4A0E-E7FC-DA92-7C9502F3970E}"/>
          </ac:spMkLst>
        </pc:spChg>
      </pc:sldChg>
      <pc:sldChg chg="modSp">
        <pc:chgData name="Srujan J" userId="d2d989060cf4f7bb" providerId="LiveId" clId="{6E6BBC6D-95F0-4432-9FA5-A296E4E55FED}" dt="2026-02-02T08:40:27.184" v="740"/>
        <pc:sldMkLst>
          <pc:docMk/>
          <pc:sldMk cId="4284437164" sldId="275"/>
        </pc:sldMkLst>
        <pc:spChg chg="mod">
          <ac:chgData name="Srujan J" userId="d2d989060cf4f7bb" providerId="LiveId" clId="{6E6BBC6D-95F0-4432-9FA5-A296E4E55FED}" dt="2026-02-02T08:40:27.184" v="740"/>
          <ac:spMkLst>
            <pc:docMk/>
            <pc:sldMk cId="4284437164" sldId="275"/>
            <ac:spMk id="143" creationId="{A09067F0-E17D-9915-E074-6D4E5819FEDE}"/>
          </ac:spMkLst>
        </pc:spChg>
        <pc:spChg chg="mod">
          <ac:chgData name="Srujan J" userId="d2d989060cf4f7bb" providerId="LiveId" clId="{6E6BBC6D-95F0-4432-9FA5-A296E4E55FED}" dt="2026-02-02T08:37:31.517" v="715"/>
          <ac:spMkLst>
            <pc:docMk/>
            <pc:sldMk cId="4284437164" sldId="275"/>
            <ac:spMk id="145" creationId="{6C1EA527-6F68-375B-6490-DB6C700F58F0}"/>
          </ac:spMkLst>
        </pc:spChg>
      </pc:sldChg>
      <pc:sldChg chg="modSp">
        <pc:chgData name="Srujan J" userId="d2d989060cf4f7bb" providerId="LiveId" clId="{6E6BBC6D-95F0-4432-9FA5-A296E4E55FED}" dt="2026-02-02T08:40:27.184" v="740"/>
        <pc:sldMkLst>
          <pc:docMk/>
          <pc:sldMk cId="4239930032" sldId="276"/>
        </pc:sldMkLst>
        <pc:spChg chg="mod">
          <ac:chgData name="Srujan J" userId="d2d989060cf4f7bb" providerId="LiveId" clId="{6E6BBC6D-95F0-4432-9FA5-A296E4E55FED}" dt="2026-02-02T08:40:27.184" v="740"/>
          <ac:spMkLst>
            <pc:docMk/>
            <pc:sldMk cId="4239930032" sldId="276"/>
            <ac:spMk id="143" creationId="{E8C96C1C-C62B-06D9-EF95-FC58E9804695}"/>
          </ac:spMkLst>
        </pc:spChg>
        <pc:spChg chg="mod">
          <ac:chgData name="Srujan J" userId="d2d989060cf4f7bb" providerId="LiveId" clId="{6E6BBC6D-95F0-4432-9FA5-A296E4E55FED}" dt="2026-02-02T08:37:35.984" v="716"/>
          <ac:spMkLst>
            <pc:docMk/>
            <pc:sldMk cId="4239930032" sldId="276"/>
            <ac:spMk id="145" creationId="{ECF68866-5EF4-F699-6838-6514DB1B4862}"/>
          </ac:spMkLst>
        </pc:spChg>
      </pc:sldChg>
      <pc:sldChg chg="modSp">
        <pc:chgData name="Srujan J" userId="d2d989060cf4f7bb" providerId="LiveId" clId="{6E6BBC6D-95F0-4432-9FA5-A296E4E55FED}" dt="2026-02-02T08:40:27.184" v="740"/>
        <pc:sldMkLst>
          <pc:docMk/>
          <pc:sldMk cId="2672135517" sldId="277"/>
        </pc:sldMkLst>
        <pc:spChg chg="mod">
          <ac:chgData name="Srujan J" userId="d2d989060cf4f7bb" providerId="LiveId" clId="{6E6BBC6D-95F0-4432-9FA5-A296E4E55FED}" dt="2026-02-02T08:40:27.184" v="740"/>
          <ac:spMkLst>
            <pc:docMk/>
            <pc:sldMk cId="2672135517" sldId="277"/>
            <ac:spMk id="143" creationId="{32F7D81A-60F5-4836-61BA-79102D44432F}"/>
          </ac:spMkLst>
        </pc:spChg>
        <pc:spChg chg="mod">
          <ac:chgData name="Srujan J" userId="d2d989060cf4f7bb" providerId="LiveId" clId="{6E6BBC6D-95F0-4432-9FA5-A296E4E55FED}" dt="2026-02-02T08:37:40.148" v="717"/>
          <ac:spMkLst>
            <pc:docMk/>
            <pc:sldMk cId="2672135517" sldId="277"/>
            <ac:spMk id="145" creationId="{2C04D155-B9FC-4185-46AA-8DD30BDD7D39}"/>
          </ac:spMkLst>
        </pc:spChg>
      </pc:sldChg>
      <pc:sldChg chg="modSp">
        <pc:chgData name="Srujan J" userId="d2d989060cf4f7bb" providerId="LiveId" clId="{6E6BBC6D-95F0-4432-9FA5-A296E4E55FED}" dt="2026-02-02T08:40:27.184" v="740"/>
        <pc:sldMkLst>
          <pc:docMk/>
          <pc:sldMk cId="3734073842" sldId="278"/>
        </pc:sldMkLst>
        <pc:spChg chg="mod">
          <ac:chgData name="Srujan J" userId="d2d989060cf4f7bb" providerId="LiveId" clId="{6E6BBC6D-95F0-4432-9FA5-A296E4E55FED}" dt="2026-02-02T08:40:27.184" v="740"/>
          <ac:spMkLst>
            <pc:docMk/>
            <pc:sldMk cId="3734073842" sldId="278"/>
            <ac:spMk id="143" creationId="{761F0B44-75D9-F3A1-05A9-B7B79E171360}"/>
          </ac:spMkLst>
        </pc:spChg>
        <pc:spChg chg="mod">
          <ac:chgData name="Srujan J" userId="d2d989060cf4f7bb" providerId="LiveId" clId="{6E6BBC6D-95F0-4432-9FA5-A296E4E55FED}" dt="2026-02-02T08:37:44.048" v="718"/>
          <ac:spMkLst>
            <pc:docMk/>
            <pc:sldMk cId="3734073842" sldId="278"/>
            <ac:spMk id="145" creationId="{331259C3-6BB5-437E-E40D-079599ADF13E}"/>
          </ac:spMkLst>
        </pc:spChg>
      </pc:sldChg>
      <pc:sldChg chg="modSp">
        <pc:chgData name="Srujan J" userId="d2d989060cf4f7bb" providerId="LiveId" clId="{6E6BBC6D-95F0-4432-9FA5-A296E4E55FED}" dt="2026-02-02T08:40:27.184" v="740"/>
        <pc:sldMkLst>
          <pc:docMk/>
          <pc:sldMk cId="1535749219" sldId="279"/>
        </pc:sldMkLst>
        <pc:spChg chg="mod">
          <ac:chgData name="Srujan J" userId="d2d989060cf4f7bb" providerId="LiveId" clId="{6E6BBC6D-95F0-4432-9FA5-A296E4E55FED}" dt="2026-02-02T08:40:27.184" v="740"/>
          <ac:spMkLst>
            <pc:docMk/>
            <pc:sldMk cId="1535749219" sldId="279"/>
            <ac:spMk id="143" creationId="{94FE1658-24CF-CCF5-2308-6B5F13FC1512}"/>
          </ac:spMkLst>
        </pc:spChg>
        <pc:spChg chg="mod">
          <ac:chgData name="Srujan J" userId="d2d989060cf4f7bb" providerId="LiveId" clId="{6E6BBC6D-95F0-4432-9FA5-A296E4E55FED}" dt="2026-02-02T08:37:47.373" v="719"/>
          <ac:spMkLst>
            <pc:docMk/>
            <pc:sldMk cId="1535749219" sldId="279"/>
            <ac:spMk id="145" creationId="{EAF37C93-8489-9546-EE33-381DA50CAC3C}"/>
          </ac:spMkLst>
        </pc:spChg>
      </pc:sldChg>
      <pc:sldChg chg="modSp ord">
        <pc:chgData name="Srujan J" userId="d2d989060cf4f7bb" providerId="LiveId" clId="{6E6BBC6D-95F0-4432-9FA5-A296E4E55FED}" dt="2026-02-02T16:24:35.314" v="756"/>
        <pc:sldMkLst>
          <pc:docMk/>
          <pc:sldMk cId="3962785885" sldId="280"/>
        </pc:sldMkLst>
        <pc:spChg chg="mod">
          <ac:chgData name="Srujan J" userId="d2d989060cf4f7bb" providerId="LiveId" clId="{6E6BBC6D-95F0-4432-9FA5-A296E4E55FED}" dt="2026-02-02T08:40:27.184" v="740"/>
          <ac:spMkLst>
            <pc:docMk/>
            <pc:sldMk cId="3962785885" sldId="280"/>
            <ac:spMk id="143" creationId="{09C05638-E6BE-7D1C-8812-FC1E737BEEB1}"/>
          </ac:spMkLst>
        </pc:spChg>
        <pc:spChg chg="mod">
          <ac:chgData name="Srujan J" userId="d2d989060cf4f7bb" providerId="LiveId" clId="{6E6BBC6D-95F0-4432-9FA5-A296E4E55FED}" dt="2026-02-02T08:37:51.756" v="720"/>
          <ac:spMkLst>
            <pc:docMk/>
            <pc:sldMk cId="3962785885" sldId="280"/>
            <ac:spMk id="145" creationId="{C0DB24D1-C50D-1AD1-CD57-7D44C814BBEA}"/>
          </ac:spMkLst>
        </pc:spChg>
      </pc:sldChg>
      <pc:sldChg chg="modSp ord">
        <pc:chgData name="Srujan J" userId="d2d989060cf4f7bb" providerId="LiveId" clId="{6E6BBC6D-95F0-4432-9FA5-A296E4E55FED}" dt="2026-02-02T16:24:38.303" v="758"/>
        <pc:sldMkLst>
          <pc:docMk/>
          <pc:sldMk cId="4032558072" sldId="281"/>
        </pc:sldMkLst>
        <pc:spChg chg="mod">
          <ac:chgData name="Srujan J" userId="d2d989060cf4f7bb" providerId="LiveId" clId="{6E6BBC6D-95F0-4432-9FA5-A296E4E55FED}" dt="2026-02-02T08:40:27.184" v="740"/>
          <ac:spMkLst>
            <pc:docMk/>
            <pc:sldMk cId="4032558072" sldId="281"/>
            <ac:spMk id="143" creationId="{4221B69A-2403-124C-69FF-7526D43DE89A}"/>
          </ac:spMkLst>
        </pc:spChg>
        <pc:spChg chg="mod">
          <ac:chgData name="Srujan J" userId="d2d989060cf4f7bb" providerId="LiveId" clId="{6E6BBC6D-95F0-4432-9FA5-A296E4E55FED}" dt="2026-02-02T08:37:55.253" v="721"/>
          <ac:spMkLst>
            <pc:docMk/>
            <pc:sldMk cId="4032558072" sldId="281"/>
            <ac:spMk id="145" creationId="{C29286E3-AFEA-3D9F-DA5B-7CE9ED2A8169}"/>
          </ac:spMkLst>
        </pc:spChg>
      </pc:sldChg>
      <pc:sldChg chg="modSp">
        <pc:chgData name="Srujan J" userId="d2d989060cf4f7bb" providerId="LiveId" clId="{6E6BBC6D-95F0-4432-9FA5-A296E4E55FED}" dt="2026-02-02T08:40:27.184" v="740"/>
        <pc:sldMkLst>
          <pc:docMk/>
          <pc:sldMk cId="4145415047" sldId="282"/>
        </pc:sldMkLst>
        <pc:spChg chg="mod">
          <ac:chgData name="Srujan J" userId="d2d989060cf4f7bb" providerId="LiveId" clId="{6E6BBC6D-95F0-4432-9FA5-A296E4E55FED}" dt="2026-02-02T08:40:27.184" v="740"/>
          <ac:spMkLst>
            <pc:docMk/>
            <pc:sldMk cId="4145415047" sldId="282"/>
            <ac:spMk id="143" creationId="{38AC47DB-6621-BC65-2C65-37DE416910B2}"/>
          </ac:spMkLst>
        </pc:spChg>
        <pc:spChg chg="mod">
          <ac:chgData name="Srujan J" userId="d2d989060cf4f7bb" providerId="LiveId" clId="{6E6BBC6D-95F0-4432-9FA5-A296E4E55FED}" dt="2026-02-02T08:37:24.429" v="713"/>
          <ac:spMkLst>
            <pc:docMk/>
            <pc:sldMk cId="4145415047" sldId="282"/>
            <ac:spMk id="145" creationId="{211304A1-DED3-7B34-C30A-870889855790}"/>
          </ac:spMkLst>
        </pc:spChg>
      </pc:sldChg>
      <pc:sldChg chg="modSp">
        <pc:chgData name="Srujan J" userId="d2d989060cf4f7bb" providerId="LiveId" clId="{6E6BBC6D-95F0-4432-9FA5-A296E4E55FED}" dt="2026-02-02T08:40:27.184" v="740"/>
        <pc:sldMkLst>
          <pc:docMk/>
          <pc:sldMk cId="362733234" sldId="283"/>
        </pc:sldMkLst>
        <pc:spChg chg="mod">
          <ac:chgData name="Srujan J" userId="d2d989060cf4f7bb" providerId="LiveId" clId="{6E6BBC6D-95F0-4432-9FA5-A296E4E55FED}" dt="2026-02-02T08:40:27.184" v="740"/>
          <ac:spMkLst>
            <pc:docMk/>
            <pc:sldMk cId="362733234" sldId="283"/>
            <ac:spMk id="143" creationId="{1A43796C-9763-34CD-F2C3-602F74288457}"/>
          </ac:spMkLst>
        </pc:spChg>
        <pc:spChg chg="mod">
          <ac:chgData name="Srujan J" userId="d2d989060cf4f7bb" providerId="LiveId" clId="{6E6BBC6D-95F0-4432-9FA5-A296E4E55FED}" dt="2026-02-02T08:37:28.296" v="714"/>
          <ac:spMkLst>
            <pc:docMk/>
            <pc:sldMk cId="362733234" sldId="283"/>
            <ac:spMk id="145" creationId="{56E8C9A0-F902-89BF-DBE0-352AFFEF5E4E}"/>
          </ac:spMkLst>
        </pc:spChg>
      </pc:sldChg>
      <pc:sldChg chg="addSp delSp modSp mod">
        <pc:chgData name="Srujan J" userId="d2d989060cf4f7bb" providerId="LiveId" clId="{6E6BBC6D-95F0-4432-9FA5-A296E4E55FED}" dt="2026-02-02T08:41:02.786" v="742"/>
        <pc:sldMkLst>
          <pc:docMk/>
          <pc:sldMk cId="2142203115" sldId="284"/>
        </pc:sldMkLst>
        <pc:spChg chg="add mod">
          <ac:chgData name="Srujan J" userId="d2d989060cf4f7bb" providerId="LiveId" clId="{6E6BBC6D-95F0-4432-9FA5-A296E4E55FED}" dt="2026-02-02T08:39:06.288" v="737"/>
          <ac:spMkLst>
            <pc:docMk/>
            <pc:sldMk cId="2142203115" sldId="284"/>
            <ac:spMk id="2" creationId="{A792CB8C-48D6-FDD1-B0DB-16335D03DF56}"/>
          </ac:spMkLst>
        </pc:spChg>
        <pc:spChg chg="add mod">
          <ac:chgData name="Srujan J" userId="d2d989060cf4f7bb" providerId="LiveId" clId="{6E6BBC6D-95F0-4432-9FA5-A296E4E55FED}" dt="2026-02-02T08:41:02.786" v="742"/>
          <ac:spMkLst>
            <pc:docMk/>
            <pc:sldMk cId="2142203115" sldId="284"/>
            <ac:spMk id="4" creationId="{660D4435-8559-B35E-BEF0-D58C5EB1A8FA}"/>
          </ac:spMkLst>
        </pc:spChg>
        <pc:spChg chg="del mod">
          <ac:chgData name="Srujan J" userId="d2d989060cf4f7bb" providerId="LiveId" clId="{6E6BBC6D-95F0-4432-9FA5-A296E4E55FED}" dt="2026-02-02T08:41:02.003" v="741" actId="478"/>
          <ac:spMkLst>
            <pc:docMk/>
            <pc:sldMk cId="2142203115" sldId="284"/>
            <ac:spMk id="119" creationId="{5DD68D14-9880-B46E-1B51-D5E0B2599031}"/>
          </ac:spMkLst>
        </pc:spChg>
        <pc:spChg chg="del mod">
          <ac:chgData name="Srujan J" userId="d2d989060cf4f7bb" providerId="LiveId" clId="{6E6BBC6D-95F0-4432-9FA5-A296E4E55FED}" dt="2026-02-02T08:38:55.833" v="736" actId="478"/>
          <ac:spMkLst>
            <pc:docMk/>
            <pc:sldMk cId="2142203115" sldId="284"/>
            <ac:spMk id="121" creationId="{EE8ED58A-A5C2-1B6C-40EA-14A987441768}"/>
          </ac:spMkLst>
        </pc:spChg>
      </pc:sldChg>
      <pc:sldChg chg="addSp delSp modSp del mod">
        <pc:chgData name="Srujan J" userId="d2d989060cf4f7bb" providerId="LiveId" clId="{6E6BBC6D-95F0-4432-9FA5-A296E4E55FED}" dt="2026-02-02T16:19:19.159" v="745" actId="47"/>
        <pc:sldMkLst>
          <pc:docMk/>
          <pc:sldMk cId="1900326815" sldId="285"/>
        </pc:sldMkLst>
        <pc:spChg chg="add del">
          <ac:chgData name="Srujan J" userId="d2d989060cf4f7bb" providerId="LiveId" clId="{6E6BBC6D-95F0-4432-9FA5-A296E4E55FED}" dt="2026-02-02T08:38:00.613" v="723" actId="22"/>
          <ac:spMkLst>
            <pc:docMk/>
            <pc:sldMk cId="1900326815" sldId="285"/>
            <ac:spMk id="3" creationId="{1E99CD71-FC81-5EC0-DB72-73588A673558}"/>
          </ac:spMkLst>
        </pc:spChg>
        <pc:spChg chg="mod">
          <ac:chgData name="Srujan J" userId="d2d989060cf4f7bb" providerId="LiveId" clId="{6E6BBC6D-95F0-4432-9FA5-A296E4E55FED}" dt="2026-02-02T08:40:27.184" v="740"/>
          <ac:spMkLst>
            <pc:docMk/>
            <pc:sldMk cId="1900326815" sldId="285"/>
            <ac:spMk id="143" creationId="{CDC74C8A-5964-FE75-1511-79754C881D94}"/>
          </ac:spMkLst>
        </pc:spChg>
        <pc:spChg chg="mod">
          <ac:chgData name="Srujan J" userId="d2d989060cf4f7bb" providerId="LiveId" clId="{6E6BBC6D-95F0-4432-9FA5-A296E4E55FED}" dt="2026-02-02T08:38:03.864" v="724"/>
          <ac:spMkLst>
            <pc:docMk/>
            <pc:sldMk cId="1900326815" sldId="285"/>
            <ac:spMk id="145" creationId="{B30FB08C-FA13-D66F-17F3-259D38950FFA}"/>
          </ac:spMkLst>
        </pc:spChg>
      </pc:sldChg>
      <pc:sldChg chg="add">
        <pc:chgData name="Srujan J" userId="d2d989060cf4f7bb" providerId="LiveId" clId="{6E6BBC6D-95F0-4432-9FA5-A296E4E55FED}" dt="2026-02-02T18:00:39.536" v="759" actId="2890"/>
        <pc:sldMkLst>
          <pc:docMk/>
          <pc:sldMk cId="3405299279" sldId="285"/>
        </pc:sldMkLst>
      </pc:sldChg>
      <pc:sldChg chg="addSp delSp modSp add mod">
        <pc:chgData name="Srujan J" userId="d2d989060cf4f7bb" providerId="LiveId" clId="{6E6BBC6D-95F0-4432-9FA5-A296E4E55FED}" dt="2026-02-02T18:35:10.557" v="1118" actId="1076"/>
        <pc:sldMkLst>
          <pc:docMk/>
          <pc:sldMk cId="1768135222" sldId="286"/>
        </pc:sldMkLst>
        <pc:spChg chg="add">
          <ac:chgData name="Srujan J" userId="d2d989060cf4f7bb" providerId="LiveId" clId="{6E6BBC6D-95F0-4432-9FA5-A296E4E55FED}" dt="2026-02-02T18:22:55.979" v="1013"/>
          <ac:spMkLst>
            <pc:docMk/>
            <pc:sldMk cId="1768135222" sldId="286"/>
            <ac:spMk id="2" creationId="{D97C1AC5-ED0D-80C9-4605-CFCD5B3407D5}"/>
          </ac:spMkLst>
        </pc:spChg>
        <pc:spChg chg="add mod">
          <ac:chgData name="Srujan J" userId="d2d989060cf4f7bb" providerId="LiveId" clId="{6E6BBC6D-95F0-4432-9FA5-A296E4E55FED}" dt="2026-02-02T18:23:21.217" v="1017" actId="14100"/>
          <ac:spMkLst>
            <pc:docMk/>
            <pc:sldMk cId="1768135222" sldId="286"/>
            <ac:spMk id="3" creationId="{A6D68005-2C82-AA32-32C1-6D7D4D63B66C}"/>
          </ac:spMkLst>
        </pc:spChg>
        <pc:spChg chg="add del mod">
          <ac:chgData name="Srujan J" userId="d2d989060cf4f7bb" providerId="LiveId" clId="{6E6BBC6D-95F0-4432-9FA5-A296E4E55FED}" dt="2026-02-02T18:23:24.431" v="1019" actId="478"/>
          <ac:spMkLst>
            <pc:docMk/>
            <pc:sldMk cId="1768135222" sldId="286"/>
            <ac:spMk id="5" creationId="{DCF327CF-43DA-C88A-A00C-B85391DBDE29}"/>
          </ac:spMkLst>
        </pc:spChg>
        <pc:spChg chg="add mod">
          <ac:chgData name="Srujan J" userId="d2d989060cf4f7bb" providerId="LiveId" clId="{6E6BBC6D-95F0-4432-9FA5-A296E4E55FED}" dt="2026-02-02T18:34:42.461" v="1113" actId="1076"/>
          <ac:spMkLst>
            <pc:docMk/>
            <pc:sldMk cId="1768135222" sldId="286"/>
            <ac:spMk id="17" creationId="{68EEEA3F-E765-ED95-41D8-D8FBF15A8F4A}"/>
          </ac:spMkLst>
        </pc:spChg>
        <pc:spChg chg="add mod">
          <ac:chgData name="Srujan J" userId="d2d989060cf4f7bb" providerId="LiveId" clId="{6E6BBC6D-95F0-4432-9FA5-A296E4E55FED}" dt="2026-02-02T18:35:10.557" v="1118" actId="1076"/>
          <ac:spMkLst>
            <pc:docMk/>
            <pc:sldMk cId="1768135222" sldId="286"/>
            <ac:spMk id="18" creationId="{22C8B932-72B8-2A82-2D52-1DC4BB6CED00}"/>
          </ac:spMkLst>
        </pc:spChg>
        <pc:spChg chg="add mod">
          <ac:chgData name="Srujan J" userId="d2d989060cf4f7bb" providerId="LiveId" clId="{6E6BBC6D-95F0-4432-9FA5-A296E4E55FED}" dt="2026-02-02T18:34:29.431" v="1111" actId="1076"/>
          <ac:spMkLst>
            <pc:docMk/>
            <pc:sldMk cId="1768135222" sldId="286"/>
            <ac:spMk id="19" creationId="{38D5EB2A-5A9F-32E3-3012-279FB6214A17}"/>
          </ac:spMkLst>
        </pc:spChg>
        <pc:spChg chg="mod">
          <ac:chgData name="Srujan J" userId="d2d989060cf4f7bb" providerId="LiveId" clId="{6E6BBC6D-95F0-4432-9FA5-A296E4E55FED}" dt="2026-02-02T18:21:52.386" v="1011"/>
          <ac:spMkLst>
            <pc:docMk/>
            <pc:sldMk cId="1768135222" sldId="286"/>
            <ac:spMk id="141" creationId="{46648E9E-356D-0F01-5BFF-EE2023BDBF05}"/>
          </ac:spMkLst>
        </pc:spChg>
        <pc:picChg chg="add mod">
          <ac:chgData name="Srujan J" userId="d2d989060cf4f7bb" providerId="LiveId" clId="{6E6BBC6D-95F0-4432-9FA5-A296E4E55FED}" dt="2026-02-02T18:24:49.131" v="1026" actId="14100"/>
          <ac:picMkLst>
            <pc:docMk/>
            <pc:sldMk cId="1768135222" sldId="286"/>
            <ac:picMk id="6" creationId="{2F278651-3381-E8EE-54D7-1659215FE5BA}"/>
          </ac:picMkLst>
        </pc:picChg>
        <pc:picChg chg="add mod">
          <ac:chgData name="Srujan J" userId="d2d989060cf4f7bb" providerId="LiveId" clId="{6E6BBC6D-95F0-4432-9FA5-A296E4E55FED}" dt="2026-02-02T18:24:49.131" v="1026" actId="14100"/>
          <ac:picMkLst>
            <pc:docMk/>
            <pc:sldMk cId="1768135222" sldId="286"/>
            <ac:picMk id="8" creationId="{D49893D1-F4C0-5F93-8446-51D5E2D4E863}"/>
          </ac:picMkLst>
        </pc:picChg>
        <pc:picChg chg="add mod">
          <ac:chgData name="Srujan J" userId="d2d989060cf4f7bb" providerId="LiveId" clId="{6E6BBC6D-95F0-4432-9FA5-A296E4E55FED}" dt="2026-02-02T18:24:49.131" v="1026" actId="14100"/>
          <ac:picMkLst>
            <pc:docMk/>
            <pc:sldMk cId="1768135222" sldId="286"/>
            <ac:picMk id="10" creationId="{67B78D36-FF64-4BFF-BEE4-2306A68AD40E}"/>
          </ac:picMkLst>
        </pc:picChg>
        <pc:picChg chg="add mod modCrop">
          <ac:chgData name="Srujan J" userId="d2d989060cf4f7bb" providerId="LiveId" clId="{6E6BBC6D-95F0-4432-9FA5-A296E4E55FED}" dt="2026-02-02T18:32:45.481" v="1099" actId="1076"/>
          <ac:picMkLst>
            <pc:docMk/>
            <pc:sldMk cId="1768135222" sldId="286"/>
            <ac:picMk id="12" creationId="{C61693B9-28EA-1A32-4DC0-6B98F6EE67CE}"/>
          </ac:picMkLst>
        </pc:picChg>
        <pc:picChg chg="add mod modCrop">
          <ac:chgData name="Srujan J" userId="d2d989060cf4f7bb" providerId="LiveId" clId="{6E6BBC6D-95F0-4432-9FA5-A296E4E55FED}" dt="2026-02-02T18:34:19.329" v="1109" actId="1076"/>
          <ac:picMkLst>
            <pc:docMk/>
            <pc:sldMk cId="1768135222" sldId="286"/>
            <ac:picMk id="14" creationId="{F70E95E6-C418-A097-7014-5816D2C76C90}"/>
          </ac:picMkLst>
        </pc:picChg>
        <pc:picChg chg="add mod modCrop">
          <ac:chgData name="Srujan J" userId="d2d989060cf4f7bb" providerId="LiveId" clId="{6E6BBC6D-95F0-4432-9FA5-A296E4E55FED}" dt="2026-02-02T18:35:04.014" v="1117" actId="1076"/>
          <ac:picMkLst>
            <pc:docMk/>
            <pc:sldMk cId="1768135222" sldId="286"/>
            <ac:picMk id="16" creationId="{AF9B3F43-9956-4B6D-E19E-25E696181BE4}"/>
          </ac:picMkLst>
        </pc:picChg>
      </pc:sldChg>
      <pc:sldChg chg="modSp add mod">
        <pc:chgData name="Srujan J" userId="d2d989060cf4f7bb" providerId="LiveId" clId="{6E6BBC6D-95F0-4432-9FA5-A296E4E55FED}" dt="2026-02-02T18:21:11.755" v="1010" actId="20577"/>
        <pc:sldMkLst>
          <pc:docMk/>
          <pc:sldMk cId="996710636" sldId="287"/>
        </pc:sldMkLst>
        <pc:spChg chg="mod">
          <ac:chgData name="Srujan J" userId="d2d989060cf4f7bb" providerId="LiveId" clId="{6E6BBC6D-95F0-4432-9FA5-A296E4E55FED}" dt="2026-02-02T18:21:11.755" v="1010" actId="20577"/>
          <ac:spMkLst>
            <pc:docMk/>
            <pc:sldMk cId="996710636" sldId="287"/>
            <ac:spMk id="5" creationId="{80596F25-A038-546C-2C69-F62CCFFD2694}"/>
          </ac:spMkLst>
        </pc:spChg>
        <pc:spChg chg="mod">
          <ac:chgData name="Srujan J" userId="d2d989060cf4f7bb" providerId="LiveId" clId="{6E6BBC6D-95F0-4432-9FA5-A296E4E55FED}" dt="2026-02-02T18:11:56.796" v="899"/>
          <ac:spMkLst>
            <pc:docMk/>
            <pc:sldMk cId="996710636" sldId="287"/>
            <ac:spMk id="141" creationId="{8CF7DA41-60D0-176B-0258-A29FB92B39AA}"/>
          </ac:spMkLst>
        </pc:spChg>
      </pc:sldChg>
      <pc:sldMasterChg chg="delSldLayout">
        <pc:chgData name="Srujan J" userId="d2d989060cf4f7bb" providerId="LiveId" clId="{6E6BBC6D-95F0-4432-9FA5-A296E4E55FED}" dt="2026-02-01T16:16:56.982" v="218" actId="47"/>
        <pc:sldMasterMkLst>
          <pc:docMk/>
          <pc:sldMasterMk cId="0" sldId="2147483648"/>
        </pc:sldMasterMkLst>
        <pc:sldLayoutChg chg="del">
          <pc:chgData name="Srujan J" userId="d2d989060cf4f7bb" providerId="LiveId" clId="{6E6BBC6D-95F0-4432-9FA5-A296E4E55FED}" dt="2026-02-01T16:16:56.982" v="218" actId="47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760C4D39-8DC0-5000-9F21-17633638A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E80D87E8-4BF7-2EAC-6D45-D598EBFD4F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CF413630-1F9B-1382-6294-217F954A30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C76CD08A-A4F2-2B4C-EEBE-B909C83620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2353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C103575C-A61E-A562-0617-8AA20CD3E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>
            <a:extLst>
              <a:ext uri="{FF2B5EF4-FFF2-40B4-BE49-F238E27FC236}">
                <a16:creationId xmlns:a16="http://schemas.microsoft.com/office/drawing/2014/main" id="{1000AE66-B48F-621E-0997-B554533D73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3:notes">
            <a:extLst>
              <a:ext uri="{FF2B5EF4-FFF2-40B4-BE49-F238E27FC236}">
                <a16:creationId xmlns:a16="http://schemas.microsoft.com/office/drawing/2014/main" id="{BB4B97C5-2832-CFB4-9F8F-E9EE8BFC92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3:notes">
            <a:extLst>
              <a:ext uri="{FF2B5EF4-FFF2-40B4-BE49-F238E27FC236}">
                <a16:creationId xmlns:a16="http://schemas.microsoft.com/office/drawing/2014/main" id="{2F88B2A9-A583-840E-869D-3277ACA024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7091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1DEA121B-EFAC-9347-3874-E3FC69DAD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>
            <a:extLst>
              <a:ext uri="{FF2B5EF4-FFF2-40B4-BE49-F238E27FC236}">
                <a16:creationId xmlns:a16="http://schemas.microsoft.com/office/drawing/2014/main" id="{B961E547-D158-548C-8BD3-BB5B69CB13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3:notes">
            <a:extLst>
              <a:ext uri="{FF2B5EF4-FFF2-40B4-BE49-F238E27FC236}">
                <a16:creationId xmlns:a16="http://schemas.microsoft.com/office/drawing/2014/main" id="{415C2C86-A9B9-52B2-AF02-80E7298318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3:notes">
            <a:extLst>
              <a:ext uri="{FF2B5EF4-FFF2-40B4-BE49-F238E27FC236}">
                <a16:creationId xmlns:a16="http://schemas.microsoft.com/office/drawing/2014/main" id="{9B9D6567-E0C3-9C2C-507F-EE02933710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0854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9A045EEE-83FC-7E6F-5D7C-C7827FB36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>
            <a:extLst>
              <a:ext uri="{FF2B5EF4-FFF2-40B4-BE49-F238E27FC236}">
                <a16:creationId xmlns:a16="http://schemas.microsoft.com/office/drawing/2014/main" id="{41EDC572-E1C5-9ADB-1981-3278DF5A6F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3:notes">
            <a:extLst>
              <a:ext uri="{FF2B5EF4-FFF2-40B4-BE49-F238E27FC236}">
                <a16:creationId xmlns:a16="http://schemas.microsoft.com/office/drawing/2014/main" id="{42F2FC03-66D6-F1D6-2D02-44AD970D2F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3:notes">
            <a:extLst>
              <a:ext uri="{FF2B5EF4-FFF2-40B4-BE49-F238E27FC236}">
                <a16:creationId xmlns:a16="http://schemas.microsoft.com/office/drawing/2014/main" id="{C6E75F81-1EE1-10DA-34F6-5B7BDD69B5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8792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A7F8C2D4-91B6-BD74-E5DB-337E0ECC5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>
            <a:extLst>
              <a:ext uri="{FF2B5EF4-FFF2-40B4-BE49-F238E27FC236}">
                <a16:creationId xmlns:a16="http://schemas.microsoft.com/office/drawing/2014/main" id="{21F17157-E23A-8D6E-45F2-A6B1377607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4:notes">
            <a:extLst>
              <a:ext uri="{FF2B5EF4-FFF2-40B4-BE49-F238E27FC236}">
                <a16:creationId xmlns:a16="http://schemas.microsoft.com/office/drawing/2014/main" id="{2A3B741E-C04E-6BB2-5DD6-CC73E2045F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4:notes">
            <a:extLst>
              <a:ext uri="{FF2B5EF4-FFF2-40B4-BE49-F238E27FC236}">
                <a16:creationId xmlns:a16="http://schemas.microsoft.com/office/drawing/2014/main" id="{0DE58140-20A2-2151-A129-A487C588E6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8960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0BF449ED-ABFC-86EE-B32C-D67BB7162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>
            <a:extLst>
              <a:ext uri="{FF2B5EF4-FFF2-40B4-BE49-F238E27FC236}">
                <a16:creationId xmlns:a16="http://schemas.microsoft.com/office/drawing/2014/main" id="{2FD5DAFE-DE21-8B94-9311-01DEE56139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4:notes">
            <a:extLst>
              <a:ext uri="{FF2B5EF4-FFF2-40B4-BE49-F238E27FC236}">
                <a16:creationId xmlns:a16="http://schemas.microsoft.com/office/drawing/2014/main" id="{A3F7475E-AC74-BF0C-41AE-D220BC525C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4:notes">
            <a:extLst>
              <a:ext uri="{FF2B5EF4-FFF2-40B4-BE49-F238E27FC236}">
                <a16:creationId xmlns:a16="http://schemas.microsoft.com/office/drawing/2014/main" id="{A51A4061-FF63-55B1-BBD8-139A0D2B2C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9570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B872AFC2-5C8A-003D-9987-05F05ADA1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>
            <a:extLst>
              <a:ext uri="{FF2B5EF4-FFF2-40B4-BE49-F238E27FC236}">
                <a16:creationId xmlns:a16="http://schemas.microsoft.com/office/drawing/2014/main" id="{2A39D53E-24C6-2172-E454-9D11D79953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4:notes">
            <a:extLst>
              <a:ext uri="{FF2B5EF4-FFF2-40B4-BE49-F238E27FC236}">
                <a16:creationId xmlns:a16="http://schemas.microsoft.com/office/drawing/2014/main" id="{50944FDA-97AA-7979-310C-24A6A25C0D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7" name="Google Shape;137;p4:notes">
            <a:extLst>
              <a:ext uri="{FF2B5EF4-FFF2-40B4-BE49-F238E27FC236}">
                <a16:creationId xmlns:a16="http://schemas.microsoft.com/office/drawing/2014/main" id="{08266280-929B-9564-D2B7-9A3A98BDA9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7078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81FEF27F-DE00-B4EB-AE20-00CCA34B9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>
            <a:extLst>
              <a:ext uri="{FF2B5EF4-FFF2-40B4-BE49-F238E27FC236}">
                <a16:creationId xmlns:a16="http://schemas.microsoft.com/office/drawing/2014/main" id="{D3E5838F-F951-8281-4DED-278C0E3CC1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4:notes">
            <a:extLst>
              <a:ext uri="{FF2B5EF4-FFF2-40B4-BE49-F238E27FC236}">
                <a16:creationId xmlns:a16="http://schemas.microsoft.com/office/drawing/2014/main" id="{30088878-2B76-BF32-985F-040CA00513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4:notes">
            <a:extLst>
              <a:ext uri="{FF2B5EF4-FFF2-40B4-BE49-F238E27FC236}">
                <a16:creationId xmlns:a16="http://schemas.microsoft.com/office/drawing/2014/main" id="{2A1C809B-F601-F237-16B9-4584E61277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0125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A592B489-D654-7274-CFD9-82A366065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>
            <a:extLst>
              <a:ext uri="{FF2B5EF4-FFF2-40B4-BE49-F238E27FC236}">
                <a16:creationId xmlns:a16="http://schemas.microsoft.com/office/drawing/2014/main" id="{017F319D-836B-2256-DB1A-6940A8D0F7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4:notes">
            <a:extLst>
              <a:ext uri="{FF2B5EF4-FFF2-40B4-BE49-F238E27FC236}">
                <a16:creationId xmlns:a16="http://schemas.microsoft.com/office/drawing/2014/main" id="{F689E89C-ECA6-70FA-BE2B-415CD37966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4:notes">
            <a:extLst>
              <a:ext uri="{FF2B5EF4-FFF2-40B4-BE49-F238E27FC236}">
                <a16:creationId xmlns:a16="http://schemas.microsoft.com/office/drawing/2014/main" id="{B3E67377-AD36-26A0-D9E2-BF8E1DEB2B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84907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89E0EF48-4734-8DEF-EC3D-7036D32A6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>
            <a:extLst>
              <a:ext uri="{FF2B5EF4-FFF2-40B4-BE49-F238E27FC236}">
                <a16:creationId xmlns:a16="http://schemas.microsoft.com/office/drawing/2014/main" id="{79EA64FB-C581-D562-8D38-859AC86231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4:notes">
            <a:extLst>
              <a:ext uri="{FF2B5EF4-FFF2-40B4-BE49-F238E27FC236}">
                <a16:creationId xmlns:a16="http://schemas.microsoft.com/office/drawing/2014/main" id="{E7B47BE9-22A8-D54A-2862-0697787CA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4:notes">
            <a:extLst>
              <a:ext uri="{FF2B5EF4-FFF2-40B4-BE49-F238E27FC236}">
                <a16:creationId xmlns:a16="http://schemas.microsoft.com/office/drawing/2014/main" id="{92C20BDD-B3AE-0F22-7996-1A9365D948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6718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AED3144F-8052-7E9D-9FD6-B3DDDAABD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>
            <a:extLst>
              <a:ext uri="{FF2B5EF4-FFF2-40B4-BE49-F238E27FC236}">
                <a16:creationId xmlns:a16="http://schemas.microsoft.com/office/drawing/2014/main" id="{B29C750C-32D2-6AE9-289E-8149D040EB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4:notes">
            <a:extLst>
              <a:ext uri="{FF2B5EF4-FFF2-40B4-BE49-F238E27FC236}">
                <a16:creationId xmlns:a16="http://schemas.microsoft.com/office/drawing/2014/main" id="{36E7DE08-ABBC-60AB-1E16-8C117A9623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4:notes">
            <a:extLst>
              <a:ext uri="{FF2B5EF4-FFF2-40B4-BE49-F238E27FC236}">
                <a16:creationId xmlns:a16="http://schemas.microsoft.com/office/drawing/2014/main" id="{B2E69A5B-8D14-321E-6166-69FB16B6DC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38521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49468EFC-58AD-6AC3-D96E-85D74C8A3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>
            <a:extLst>
              <a:ext uri="{FF2B5EF4-FFF2-40B4-BE49-F238E27FC236}">
                <a16:creationId xmlns:a16="http://schemas.microsoft.com/office/drawing/2014/main" id="{07C13CEC-A756-9424-6104-63448D67E6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4:notes">
            <a:extLst>
              <a:ext uri="{FF2B5EF4-FFF2-40B4-BE49-F238E27FC236}">
                <a16:creationId xmlns:a16="http://schemas.microsoft.com/office/drawing/2014/main" id="{C1C0313C-3FAE-DC0C-32CB-0D3441EA3A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4:notes">
            <a:extLst>
              <a:ext uri="{FF2B5EF4-FFF2-40B4-BE49-F238E27FC236}">
                <a16:creationId xmlns:a16="http://schemas.microsoft.com/office/drawing/2014/main" id="{904228A5-CEBC-57DA-7B7C-3C192345DC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00197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700E196D-B29A-D70B-980C-7ED35F16F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>
            <a:extLst>
              <a:ext uri="{FF2B5EF4-FFF2-40B4-BE49-F238E27FC236}">
                <a16:creationId xmlns:a16="http://schemas.microsoft.com/office/drawing/2014/main" id="{5CE86D0E-E81A-4C3F-27F3-320AE0167A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4:notes">
            <a:extLst>
              <a:ext uri="{FF2B5EF4-FFF2-40B4-BE49-F238E27FC236}">
                <a16:creationId xmlns:a16="http://schemas.microsoft.com/office/drawing/2014/main" id="{9ADC4B38-77AA-184A-08B1-C7BDB7502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4:notes">
            <a:extLst>
              <a:ext uri="{FF2B5EF4-FFF2-40B4-BE49-F238E27FC236}">
                <a16:creationId xmlns:a16="http://schemas.microsoft.com/office/drawing/2014/main" id="{C9DC2F74-41F6-2B2C-7585-F5F86EA30C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2496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9" name="Google Shape;2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" name="Google Shape;32;p1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" name="Google Shape;47;p1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2" name="Google Shape;82;p22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83" name="Google Shape;83;p22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4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3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/>
          <p:nvPr/>
        </p:nvSpPr>
        <p:spPr>
          <a:xfrm>
            <a:off x="2387991" y="990600"/>
            <a:ext cx="79248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UE23CS320</a:t>
            </a:r>
            <a:r>
              <a:rPr lang="en-US" sz="28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– Capstone Project Phase – 2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rebuchet MS"/>
              <a:buNone/>
            </a:pPr>
            <a:r>
              <a:rPr lang="en-US" sz="2800" b="0" i="0" u="none" strike="noStrike" cap="none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Progress Review #1</a:t>
            </a:r>
            <a:endParaRPr sz="18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1828800" y="4343401"/>
            <a:ext cx="8458200" cy="193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dk1"/>
              </a:buClr>
              <a:buSzPts val="2400"/>
            </a:pPr>
            <a:r>
              <a:rPr lang="en-IN" sz="2400" dirty="0">
                <a:solidFill>
                  <a:schemeClr val="accent1"/>
                </a:solidFill>
                <a:latin typeface="Trebuchet MS" panose="020B0603020202020204" pitchFamily="34" charset="0"/>
              </a:rPr>
              <a:t>Project Title : Detecting Depression using vocal cues Project ID : PW26_CBH_04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IN" sz="2400" dirty="0">
                <a:solidFill>
                  <a:schemeClr val="accent1"/>
                </a:solidFill>
                <a:latin typeface="Trebuchet MS" panose="020B0603020202020204" pitchFamily="34" charset="0"/>
              </a:rPr>
              <a:t>Project Guide : Ms. </a:t>
            </a:r>
            <a:r>
              <a:rPr lang="en-IN" sz="2400" dirty="0" err="1">
                <a:solidFill>
                  <a:schemeClr val="accent1"/>
                </a:solidFill>
                <a:latin typeface="Trebuchet MS" panose="020B0603020202020204" pitchFamily="34" charset="0"/>
              </a:rPr>
              <a:t>Chandravva</a:t>
            </a:r>
            <a:r>
              <a:rPr lang="en-IN" sz="2400" dirty="0">
                <a:solidFill>
                  <a:schemeClr val="accent1"/>
                </a:solidFill>
                <a:latin typeface="Trebuchet MS" panose="020B0603020202020204" pitchFamily="34" charset="0"/>
              </a:rPr>
              <a:t> </a:t>
            </a:r>
            <a:r>
              <a:rPr lang="en-IN" sz="2400" dirty="0" err="1">
                <a:solidFill>
                  <a:schemeClr val="accent1"/>
                </a:solidFill>
                <a:latin typeface="Trebuchet MS" panose="020B0603020202020204" pitchFamily="34" charset="0"/>
              </a:rPr>
              <a:t>Hebbi</a:t>
            </a:r>
            <a:r>
              <a:rPr lang="en-IN" sz="2400" dirty="0">
                <a:solidFill>
                  <a:schemeClr val="accent1"/>
                </a:solidFill>
                <a:latin typeface="Trebuchet MS" panose="020B0603020202020204" pitchFamily="34" charset="0"/>
              </a:rPr>
              <a:t> 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IN" sz="2400" dirty="0">
                <a:solidFill>
                  <a:schemeClr val="accent1"/>
                </a:solidFill>
                <a:latin typeface="Trebuchet MS" panose="020B0603020202020204" pitchFamily="34" charset="0"/>
              </a:rPr>
              <a:t>Project Team : Vishruth Rallapalli, Yuvraj Rao,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IN" sz="2400" dirty="0">
                <a:solidFill>
                  <a:schemeClr val="accent1"/>
                </a:solidFill>
                <a:latin typeface="Trebuchet MS" panose="020B0603020202020204" pitchFamily="34" charset="0"/>
              </a:rPr>
              <a:t>                       Vivan Jeevan Naik, Srujan J</a:t>
            </a:r>
            <a:endParaRPr sz="2400" b="0" i="0" u="none" strike="noStrike" cap="none" dirty="0">
              <a:solidFill>
                <a:schemeClr val="accent1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7" name="Google Shape;10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dirty="0"/>
              <a:t>VISHRUTHRALLAPALLI_YUVRAJRAO_VIVANJEEVANNAIK_SRUJANKUMARJ</a:t>
            </a:r>
            <a:endParaRPr dirty="0"/>
          </a:p>
        </p:txBody>
      </p:sp>
      <p:sp>
        <p:nvSpPr>
          <p:cNvPr id="109" name="Google Shape;109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/>
          <p:nvPr/>
        </p:nvSpPr>
        <p:spPr>
          <a:xfrm rot="10800000" flipH="1">
            <a:off x="2397760" y="1682981"/>
            <a:ext cx="8270240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2057400" y="1763485"/>
            <a:ext cx="8610600" cy="437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indent="-342900" algn="just"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Proposed System Architecture</a:t>
            </a:r>
            <a:endParaRPr sz="18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791" marR="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 and Pre-processing</a:t>
            </a:r>
          </a:p>
          <a:p>
            <a:pPr marL="685791" marR="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 Extraction and Processing</a:t>
            </a:r>
          </a:p>
          <a:p>
            <a:pPr marL="685791" marR="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Modelling and Prediction</a:t>
            </a:r>
          </a:p>
          <a:p>
            <a:pPr marL="685791" marR="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Calibri"/>
                <a:cs typeface="Calibri"/>
                <a:sym typeface="Trebuchet MS"/>
              </a:rPr>
              <a:t>Literature survey</a:t>
            </a:r>
            <a:endParaRPr sz="18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791" marR="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Audio Pre-processing and Feature Extraction Approach 1</a:t>
            </a:r>
          </a:p>
          <a:p>
            <a:pPr marL="685791" indent="-342900" algn="just">
              <a:spcBef>
                <a:spcPts val="480"/>
              </a:spcBef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Audio Pre-processing and Feature Extraction Approach 2</a:t>
            </a:r>
          </a:p>
          <a:p>
            <a:pPr marL="685791" indent="-342900" algn="just">
              <a:spcBef>
                <a:spcPts val="480"/>
              </a:spcBef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Method-1 vs Method-2: Feature Extraction &amp; Modeling Strategy</a:t>
            </a:r>
            <a:endParaRPr lang="en-US" sz="2400" b="0" i="0" u="none" strike="noStrike" cap="none" dirty="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sz="18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4191001" y="1243088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Outline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87085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 txBox="1">
            <a:spLocks noGrp="1"/>
          </p:cNvSpPr>
          <p:nvPr>
            <p:ph type="sldNum" idx="12"/>
          </p:nvPr>
        </p:nvSpPr>
        <p:spPr>
          <a:xfrm>
            <a:off x="9900458" y="6546870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" name="Google Shape;133;p3">
            <a:extLst>
              <a:ext uri="{FF2B5EF4-FFF2-40B4-BE49-F238E27FC236}">
                <a16:creationId xmlns:a16="http://schemas.microsoft.com/office/drawing/2014/main" id="{094F3E6F-7317-AA9A-3104-ED2D2A0EC07E}"/>
              </a:ext>
            </a:extLst>
          </p:cNvPr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sz="1200" dirty="0"/>
              <a:t>Detecting Depression using vocal cues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43;p4">
            <a:extLst>
              <a:ext uri="{FF2B5EF4-FFF2-40B4-BE49-F238E27FC236}">
                <a16:creationId xmlns:a16="http://schemas.microsoft.com/office/drawing/2014/main" id="{2CBA4594-F338-EC5D-0A55-F0B16B753D6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dirty="0"/>
              <a:t>VISHRUTHRALLAPALLI_YUVRAJRAO_VIVANJEEVANNAIK_SRUJANKUMARJ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8AD547F2-93C5-B16B-B766-8C66FC810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A83E19DD-5EBF-9FE1-6452-40CDB0141C5A}"/>
              </a:ext>
            </a:extLst>
          </p:cNvPr>
          <p:cNvSpPr/>
          <p:nvPr/>
        </p:nvSpPr>
        <p:spPr>
          <a:xfrm rot="10800000" flipH="1">
            <a:off x="2397760" y="1682981"/>
            <a:ext cx="8270240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>
            <a:extLst>
              <a:ext uri="{FF2B5EF4-FFF2-40B4-BE49-F238E27FC236}">
                <a16:creationId xmlns:a16="http://schemas.microsoft.com/office/drawing/2014/main" id="{33ACCC14-C2F6-8FF2-6742-591E84F8F598}"/>
              </a:ext>
            </a:extLst>
          </p:cNvPr>
          <p:cNvSpPr txBox="1"/>
          <p:nvPr/>
        </p:nvSpPr>
        <p:spPr>
          <a:xfrm>
            <a:off x="2057400" y="1763485"/>
            <a:ext cx="80772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endParaRPr sz="18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CCE58B2D-1675-A210-0732-A794067CA001}"/>
              </a:ext>
            </a:extLst>
          </p:cNvPr>
          <p:cNvSpPr txBox="1"/>
          <p:nvPr/>
        </p:nvSpPr>
        <p:spPr>
          <a:xfrm>
            <a:off x="4191001" y="1243088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lvl="0" indent="-342891" algn="r"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Proposed System Architecture</a:t>
            </a: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2">
            <a:extLst>
              <a:ext uri="{FF2B5EF4-FFF2-40B4-BE49-F238E27FC236}">
                <a16:creationId xmlns:a16="http://schemas.microsoft.com/office/drawing/2014/main" id="{6C33A6E7-4A30-781B-8771-0C578FE180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87085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>
            <a:extLst>
              <a:ext uri="{FF2B5EF4-FFF2-40B4-BE49-F238E27FC236}">
                <a16:creationId xmlns:a16="http://schemas.microsoft.com/office/drawing/2014/main" id="{5F1471F9-C49C-6588-FA57-9927294E8F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546870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" name="Google Shape;133;p3">
            <a:extLst>
              <a:ext uri="{FF2B5EF4-FFF2-40B4-BE49-F238E27FC236}">
                <a16:creationId xmlns:a16="http://schemas.microsoft.com/office/drawing/2014/main" id="{A792CB8C-48D6-FDD1-B0DB-16335D03DF56}"/>
              </a:ext>
            </a:extLst>
          </p:cNvPr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sz="1200" dirty="0"/>
              <a:t>Detecting Depression using vocal cues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43;p4">
            <a:extLst>
              <a:ext uri="{FF2B5EF4-FFF2-40B4-BE49-F238E27FC236}">
                <a16:creationId xmlns:a16="http://schemas.microsoft.com/office/drawing/2014/main" id="{660D4435-8559-B35E-BEF0-D58C5EB1A8F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dirty="0"/>
              <a:t>VISHRUTHRALLAPALLI_YUVRAJRAO_VIVANJEEVANNAIK_SRUJANKUMARJ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20433F-A397-6533-139C-752C37899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7760" y="1769850"/>
            <a:ext cx="7502698" cy="435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03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16A14098-C44C-7B30-AE27-A4B9F3923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>
            <a:extLst>
              <a:ext uri="{FF2B5EF4-FFF2-40B4-BE49-F238E27FC236}">
                <a16:creationId xmlns:a16="http://schemas.microsoft.com/office/drawing/2014/main" id="{E7BC518D-7CCB-0C46-B34D-71EB4CDE4391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>
            <a:extLst>
              <a:ext uri="{FF2B5EF4-FFF2-40B4-BE49-F238E27FC236}">
                <a16:creationId xmlns:a16="http://schemas.microsoft.com/office/drawing/2014/main" id="{0C5619A8-54EF-2BB4-E8FD-62F4A810456B}"/>
              </a:ext>
            </a:extLst>
          </p:cNvPr>
          <p:cNvSpPr txBox="1"/>
          <p:nvPr/>
        </p:nvSpPr>
        <p:spPr>
          <a:xfrm>
            <a:off x="3048000" y="1143002"/>
            <a:ext cx="7620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lvl="0" indent="-342891" algn="r"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Proposed System Architecture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3">
            <a:extLst>
              <a:ext uri="{FF2B5EF4-FFF2-40B4-BE49-F238E27FC236}">
                <a16:creationId xmlns:a16="http://schemas.microsoft.com/office/drawing/2014/main" id="{7026BA6C-3679-77D2-76C6-25ABEFF1D7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AF138F04-3E76-9DAD-0801-01FEE60B4D5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dirty="0"/>
              <a:t>VISHRUTHRALLAPALLI_YUVRAJRAO_VIVANJEEVANNAIK_SRUJANKUMARJ</a:t>
            </a:r>
            <a:endParaRPr dirty="0"/>
          </a:p>
        </p:txBody>
      </p:sp>
      <p:sp>
        <p:nvSpPr>
          <p:cNvPr id="132" name="Google Shape;132;p3">
            <a:extLst>
              <a:ext uri="{FF2B5EF4-FFF2-40B4-BE49-F238E27FC236}">
                <a16:creationId xmlns:a16="http://schemas.microsoft.com/office/drawing/2014/main" id="{F840BA8A-426F-AD4F-EC7B-95C1B63BCA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3" name="Google Shape;133;p3">
            <a:extLst>
              <a:ext uri="{FF2B5EF4-FFF2-40B4-BE49-F238E27FC236}">
                <a16:creationId xmlns:a16="http://schemas.microsoft.com/office/drawing/2014/main" id="{C0189886-F242-6DE2-26CC-14ACED260683}"/>
              </a:ext>
            </a:extLst>
          </p:cNvPr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sz="1200" dirty="0"/>
              <a:t>Detecting Depression using vocal cues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40;p4">
            <a:extLst>
              <a:ext uri="{FF2B5EF4-FFF2-40B4-BE49-F238E27FC236}">
                <a16:creationId xmlns:a16="http://schemas.microsoft.com/office/drawing/2014/main" id="{3203B459-5292-29E5-4862-F4DAFCC0FF38}"/>
              </a:ext>
            </a:extLst>
          </p:cNvPr>
          <p:cNvSpPr txBox="1"/>
          <p:nvPr/>
        </p:nvSpPr>
        <p:spPr>
          <a:xfrm>
            <a:off x="76201" y="1739873"/>
            <a:ext cx="11136281" cy="4539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8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POINTERS: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Our system follows a layered and modular pipeline for detecting depression from speech.	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Inspired by the AVEC framework and recent research studies.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Converts raw voice input into meaningful mental health predictions.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Designed to be scalable, flexible, and device-independent.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Supports multiple processing and modeling approaches.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endParaRPr lang="en-US" sz="1800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8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MAIN STAGES: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Audio Collection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Pre-processing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Feature Extraction	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Feature Fusion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Modeling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Prediction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Explainability</a:t>
            </a:r>
            <a:endParaRPr lang="en-US" sz="1800" b="0" i="0" u="none" strike="noStrike" cap="none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3071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1B9AF914-A168-3049-9AA0-1681BA021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>
            <a:extLst>
              <a:ext uri="{FF2B5EF4-FFF2-40B4-BE49-F238E27FC236}">
                <a16:creationId xmlns:a16="http://schemas.microsoft.com/office/drawing/2014/main" id="{E11DEFC1-BB7B-B9EB-103C-DC132A6C05D5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>
            <a:extLst>
              <a:ext uri="{FF2B5EF4-FFF2-40B4-BE49-F238E27FC236}">
                <a16:creationId xmlns:a16="http://schemas.microsoft.com/office/drawing/2014/main" id="{1F9AF58F-6D88-2139-D1B9-5A6491264A6F}"/>
              </a:ext>
            </a:extLst>
          </p:cNvPr>
          <p:cNvSpPr txBox="1"/>
          <p:nvPr/>
        </p:nvSpPr>
        <p:spPr>
          <a:xfrm>
            <a:off x="3048000" y="1143002"/>
            <a:ext cx="7620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lvl="0" indent="-342891" algn="r"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 and Pre-processing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3">
            <a:extLst>
              <a:ext uri="{FF2B5EF4-FFF2-40B4-BE49-F238E27FC236}">
                <a16:creationId xmlns:a16="http://schemas.microsoft.com/office/drawing/2014/main" id="{92A0887E-B371-6349-0A9B-BD5B9780C4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52BBE7AE-5EEE-495A-93BB-0AA56DDDB21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dirty="0"/>
              <a:t>VISHRUTHRALLAPALLI_YUVRAJRAO_VIVANJEEVANNAIK_SRUJANKUMARJ</a:t>
            </a:r>
            <a:endParaRPr dirty="0"/>
          </a:p>
        </p:txBody>
      </p:sp>
      <p:sp>
        <p:nvSpPr>
          <p:cNvPr id="132" name="Google Shape;132;p3">
            <a:extLst>
              <a:ext uri="{FF2B5EF4-FFF2-40B4-BE49-F238E27FC236}">
                <a16:creationId xmlns:a16="http://schemas.microsoft.com/office/drawing/2014/main" id="{B18B0386-E853-5434-A124-092A7D35E9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33" name="Google Shape;133;p3">
            <a:extLst>
              <a:ext uri="{FF2B5EF4-FFF2-40B4-BE49-F238E27FC236}">
                <a16:creationId xmlns:a16="http://schemas.microsoft.com/office/drawing/2014/main" id="{3BC16C25-5917-C774-1AB5-833C85CEC2B6}"/>
              </a:ext>
            </a:extLst>
          </p:cNvPr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sz="1200" dirty="0"/>
              <a:t>Detecting Depression using vocal cues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40;p4">
            <a:extLst>
              <a:ext uri="{FF2B5EF4-FFF2-40B4-BE49-F238E27FC236}">
                <a16:creationId xmlns:a16="http://schemas.microsoft.com/office/drawing/2014/main" id="{DD099A3B-46D5-3A40-893D-4F345A57CCC5}"/>
              </a:ext>
            </a:extLst>
          </p:cNvPr>
          <p:cNvSpPr txBox="1"/>
          <p:nvPr/>
        </p:nvSpPr>
        <p:spPr>
          <a:xfrm>
            <a:off x="76201" y="1739872"/>
            <a:ext cx="11136281" cy="5565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2" anchor="t" anchorCtr="0">
            <a:noAutofit/>
          </a:bodyPr>
          <a:lstStyle/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</a:t>
            </a:r>
            <a:r>
              <a:rPr lang="en-US" sz="18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DATASET USED:</a:t>
            </a:r>
            <a:endParaRPr lang="en-US" sz="1800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We use the DAIC-WOZ dataset (AVEC Standard Dataset).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Contains clinical interview recordings.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Widely used in depression detection research.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endParaRPr lang="en-US" sz="1800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8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AUDIO PRE-PROCESSING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Purpose: Prepare clean and usable speech data.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endParaRPr lang="en-US" sz="1800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8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COMMON STEPS: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Silence removal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Noise reduction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Volume normalization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Audio segmentation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endParaRPr lang="en-US" sz="1800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endParaRPr lang="en-US" sz="1800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342891" lvl="0" algn="just">
              <a:buClr>
                <a:schemeClr val="accent2"/>
              </a:buClr>
              <a:buSzPts val="2400"/>
            </a:pPr>
            <a:endParaRPr lang="en-US" sz="1800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342891" lvl="0" algn="just">
              <a:buClr>
                <a:schemeClr val="accent2"/>
              </a:buClr>
              <a:buSzPts val="2400"/>
            </a:pPr>
            <a:endParaRPr lang="en-US" sz="1800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8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DUAL PROCESSING APPROACHES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endParaRPr lang="en-US" sz="1800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Approach 1: </a:t>
            </a:r>
            <a:r>
              <a:rPr lang="en-US" sz="1800" dirty="0" err="1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Librosa</a:t>
            </a: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+ AVEC Method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Customized preprocessing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Used for experimental control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endParaRPr lang="en-US" sz="1800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Approach 2: </a:t>
            </a:r>
            <a:r>
              <a:rPr lang="en-US" sz="1800" dirty="0" err="1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OpenSMILE</a:t>
            </a: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Framework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Standardized feature extraction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Robust and widely validated</a:t>
            </a:r>
            <a:endParaRPr lang="en-US" sz="1800" b="0" i="0" u="none" strike="noStrike" cap="none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1554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E0057B84-03BD-ADF8-A15B-F27F60437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>
            <a:extLst>
              <a:ext uri="{FF2B5EF4-FFF2-40B4-BE49-F238E27FC236}">
                <a16:creationId xmlns:a16="http://schemas.microsoft.com/office/drawing/2014/main" id="{C6B530DD-4E16-8061-7B96-ACE6C71C74EE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>
            <a:extLst>
              <a:ext uri="{FF2B5EF4-FFF2-40B4-BE49-F238E27FC236}">
                <a16:creationId xmlns:a16="http://schemas.microsoft.com/office/drawing/2014/main" id="{00CAB66E-FE40-8FA3-D7B3-1BC01BDBAD79}"/>
              </a:ext>
            </a:extLst>
          </p:cNvPr>
          <p:cNvSpPr txBox="1"/>
          <p:nvPr/>
        </p:nvSpPr>
        <p:spPr>
          <a:xfrm>
            <a:off x="3048000" y="1143002"/>
            <a:ext cx="7620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lvl="0" indent="-342891" algn="r"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 Extraction and Processing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3">
            <a:extLst>
              <a:ext uri="{FF2B5EF4-FFF2-40B4-BE49-F238E27FC236}">
                <a16:creationId xmlns:a16="http://schemas.microsoft.com/office/drawing/2014/main" id="{382F939F-7E4A-C823-7AAF-A3A342AB38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BE9D9A18-D913-7D83-1F93-2ECEF33827B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dirty="0"/>
              <a:t>VISHRUTHRALLAPALLI_YUVRAJRAO_VIVANJEEVANNAIK_SRUJANKUMARJ</a:t>
            </a:r>
            <a:endParaRPr dirty="0"/>
          </a:p>
        </p:txBody>
      </p:sp>
      <p:sp>
        <p:nvSpPr>
          <p:cNvPr id="132" name="Google Shape;132;p3">
            <a:extLst>
              <a:ext uri="{FF2B5EF4-FFF2-40B4-BE49-F238E27FC236}">
                <a16:creationId xmlns:a16="http://schemas.microsoft.com/office/drawing/2014/main" id="{987DA275-03DA-D17C-79E4-298F742075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33" name="Google Shape;133;p3">
            <a:extLst>
              <a:ext uri="{FF2B5EF4-FFF2-40B4-BE49-F238E27FC236}">
                <a16:creationId xmlns:a16="http://schemas.microsoft.com/office/drawing/2014/main" id="{FD83D6CC-2F0D-5DC0-E395-08C3B6F6FB04}"/>
              </a:ext>
            </a:extLst>
          </p:cNvPr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sz="1200" dirty="0"/>
              <a:t>Detecting Depression using vocal cues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40;p4">
            <a:extLst>
              <a:ext uri="{FF2B5EF4-FFF2-40B4-BE49-F238E27FC236}">
                <a16:creationId xmlns:a16="http://schemas.microsoft.com/office/drawing/2014/main" id="{1836A449-D83B-1AEF-FE80-16FAA85E5357}"/>
              </a:ext>
            </a:extLst>
          </p:cNvPr>
          <p:cNvSpPr txBox="1"/>
          <p:nvPr/>
        </p:nvSpPr>
        <p:spPr>
          <a:xfrm>
            <a:off x="76201" y="1739873"/>
            <a:ext cx="11136281" cy="4539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2" anchor="t" anchorCtr="0">
            <a:noAutofit/>
          </a:bodyPr>
          <a:lstStyle/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8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FEATURE EXTRACTION: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We extract speech characteristics related to mental state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endParaRPr lang="en-US" sz="1800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8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MAIN FEATURES: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MFCC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Pitch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Energy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Speaking rate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Spectral features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Voice quality features(Based on AVEC and recent studies)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endParaRPr lang="en-US" sz="1800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endParaRPr lang="en-US" sz="1800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endParaRPr lang="en-US" sz="1800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342891" lvl="0" algn="just">
              <a:buClr>
                <a:schemeClr val="accent2"/>
              </a:buClr>
              <a:buSzPts val="2400"/>
            </a:pPr>
            <a:endParaRPr lang="en-US" sz="1800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8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FEATURE PROCESSING: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endParaRPr lang="en-US" sz="1800" b="1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Purpose: Make features suitable for modeling.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Normalization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Noise feature removal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Dimensionality reduction (PCA)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Statistical aggregation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Feature Fusion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Combines outputs from </a:t>
            </a:r>
            <a:r>
              <a:rPr lang="en-US" sz="1800" dirty="0" err="1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Librosa</a:t>
            </a: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and </a:t>
            </a:r>
            <a:r>
              <a:rPr lang="en-US" sz="1800" dirty="0" err="1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OpenSMILE</a:t>
            </a: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pipelines.	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Forms a unified feature vector.</a:t>
            </a:r>
            <a:endParaRPr lang="en-US" sz="1800" b="0" i="0" u="none" strike="noStrike" cap="none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3650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2153920" y="1143002"/>
            <a:ext cx="8514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lvl="0" indent="-342891" algn="r"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Modeling and Prediction</a:t>
            </a:r>
            <a:endParaRPr lang="en-US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dirty="0"/>
              <a:t>VISHRUTHRALLAPALLI_YUVRAJRAO_VIVANJEEVANNAIK_SRUJANKUMARJ</a:t>
            </a:r>
            <a:endParaRPr dirty="0"/>
          </a:p>
        </p:txBody>
      </p:sp>
      <p:sp>
        <p:nvSpPr>
          <p:cNvPr id="144" name="Google Shape;144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sz="1200" dirty="0"/>
              <a:t>Detecting Depression using vocal cues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0;p4">
            <a:extLst>
              <a:ext uri="{FF2B5EF4-FFF2-40B4-BE49-F238E27FC236}">
                <a16:creationId xmlns:a16="http://schemas.microsoft.com/office/drawing/2014/main" id="{C0BAB60B-D369-5A5B-6F69-2DEB470D24A7}"/>
              </a:ext>
            </a:extLst>
          </p:cNvPr>
          <p:cNvSpPr txBox="1"/>
          <p:nvPr/>
        </p:nvSpPr>
        <p:spPr>
          <a:xfrm>
            <a:off x="76201" y="1654182"/>
            <a:ext cx="11136281" cy="462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2" anchor="t" anchorCtr="0">
            <a:noAutofit/>
          </a:bodyPr>
          <a:lstStyle/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6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MODEL SELECTION IS BASED ON: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Dataset size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Stability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Validation performance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 </a:t>
            </a:r>
            <a:r>
              <a:rPr lang="en-US" sz="16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PRIMARY MODEL (BASELINE)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 </a:t>
            </a:r>
            <a:r>
              <a:rPr lang="en-US" sz="1600" i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Support Vector Machine (SVM):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Reliable for small to medium datasets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Good generalization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 </a:t>
            </a:r>
            <a:r>
              <a:rPr lang="en-US" sz="1600" i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Alternative Models (If Required):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Random Forest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600" dirty="0" err="1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XGBoost</a:t>
            </a:r>
            <a:endParaRPr lang="en-US" sz="1600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Logistic Regression	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CNN / LSTM (with larger data)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6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 EXPLAINABILITY: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Feature importance analysis	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Interpretable predictions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Clinically meaningful insights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Supports real-world use.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</a:t>
            </a:r>
            <a:r>
              <a:rPr lang="en-US" sz="16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TRAINING &amp; OPTIMIZATION: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</a:t>
            </a:r>
            <a:r>
              <a:rPr lang="en-US" sz="1600" i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To improve performance</a:t>
            </a: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: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Chunk-based training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Cross-validation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Hyperparameter tuning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Overfitting control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Ensures stable learning.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endParaRPr lang="en-US" sz="1600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6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 PREDICTION &amp; EVALUATION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 </a:t>
            </a:r>
            <a:r>
              <a:rPr lang="en-US" sz="1600" i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Output:</a:t>
            </a:r>
          </a:p>
          <a:p>
            <a:pPr marL="685791" lvl="1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Depressed / Non-Depressed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600" i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 Metrics: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Accuracy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Precision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Recall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F1-Score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AUCCompared with AVEC baselines.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6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 </a:t>
            </a:r>
            <a:endParaRPr lang="en-US" sz="1600" b="0" i="0" u="none" strike="noStrike" cap="none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9FB1F1ED-A352-5E27-9130-6594E31A8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>
            <a:extLst>
              <a:ext uri="{FF2B5EF4-FFF2-40B4-BE49-F238E27FC236}">
                <a16:creationId xmlns:a16="http://schemas.microsoft.com/office/drawing/2014/main" id="{5B20B3FD-D032-62AD-7814-49F03E391CC9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>
            <a:extLst>
              <a:ext uri="{FF2B5EF4-FFF2-40B4-BE49-F238E27FC236}">
                <a16:creationId xmlns:a16="http://schemas.microsoft.com/office/drawing/2014/main" id="{86228E9F-5C65-6C9B-174E-6FEA5CE34C7E}"/>
              </a:ext>
            </a:extLst>
          </p:cNvPr>
          <p:cNvSpPr txBox="1"/>
          <p:nvPr/>
        </p:nvSpPr>
        <p:spPr>
          <a:xfrm>
            <a:off x="2153920" y="1143002"/>
            <a:ext cx="8514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lvl="0" indent="-342891" algn="r">
              <a:buClr>
                <a:schemeClr val="dk1"/>
              </a:buClr>
              <a:buSzPts val="2400"/>
            </a:pPr>
            <a:r>
              <a:rPr lang="en-IN" sz="2400" dirty="0">
                <a:latin typeface="Trebuchet MS" panose="020B0603020202020204" pitchFamily="34" charset="0"/>
              </a:rPr>
              <a:t>Literature Review – Study I </a:t>
            </a:r>
            <a:endParaRPr lang="en-US" sz="2400" b="0" i="0" u="none" strike="noStrike" cap="none" dirty="0">
              <a:solidFill>
                <a:schemeClr val="dk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4">
            <a:extLst>
              <a:ext uri="{FF2B5EF4-FFF2-40B4-BE49-F238E27FC236}">
                <a16:creationId xmlns:a16="http://schemas.microsoft.com/office/drawing/2014/main" id="{5341ACC7-2DE9-8381-E770-1288E6934B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>
            <a:extLst>
              <a:ext uri="{FF2B5EF4-FFF2-40B4-BE49-F238E27FC236}">
                <a16:creationId xmlns:a16="http://schemas.microsoft.com/office/drawing/2014/main" id="{09C05638-E6BE-7D1C-8812-FC1E737BEEB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dirty="0"/>
              <a:t>VISHRUTHRALLAPALLI_YUVRAJRAO_VIVANJEEVANNAIK_SRUJANKUMARJ</a:t>
            </a:r>
            <a:endParaRPr dirty="0"/>
          </a:p>
        </p:txBody>
      </p:sp>
      <p:sp>
        <p:nvSpPr>
          <p:cNvPr id="144" name="Google Shape;144;p4">
            <a:extLst>
              <a:ext uri="{FF2B5EF4-FFF2-40B4-BE49-F238E27FC236}">
                <a16:creationId xmlns:a16="http://schemas.microsoft.com/office/drawing/2014/main" id="{A2E5B754-BCED-9AA4-C9F7-2A81D0AC9D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C0DB24D1-C50D-1AD1-CD57-7D44C814BBEA}"/>
              </a:ext>
            </a:extLst>
          </p:cNvPr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sz="1200" dirty="0"/>
              <a:t>Detecting Depression using vocal cues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40;p4">
            <a:extLst>
              <a:ext uri="{FF2B5EF4-FFF2-40B4-BE49-F238E27FC236}">
                <a16:creationId xmlns:a16="http://schemas.microsoft.com/office/drawing/2014/main" id="{820F7C32-A663-BDDB-1D26-1E3BFAFEFCAC}"/>
              </a:ext>
            </a:extLst>
          </p:cNvPr>
          <p:cNvSpPr txBox="1"/>
          <p:nvPr/>
        </p:nvSpPr>
        <p:spPr>
          <a:xfrm>
            <a:off x="76201" y="1654182"/>
            <a:ext cx="11136281" cy="4769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</a:t>
            </a:r>
            <a:r>
              <a:rPr lang="en-US" sz="16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PAPER: "DIAGNOSTIC ACCURACY OF TRADITIONAL VS. DEEP LEARNING METHODS" (BMC PSYCHIATRY, 2025).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Scope: Systematic review of 25 studies involving 700,000+ speech samples.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</a:t>
            </a:r>
            <a:r>
              <a:rPr lang="en-US" sz="16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COMPARISON TO AVEC STANDARDS: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While AVEC (2016) established TML baselines, this 2025 study found that Deep Learning (specifically Traditional CNNs) offers a marginal accuracy increase (AUC 0.91) over Traditional Machine Learning (AUC 0.89).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The Catch: Deep Learning models require massive datasets ( N&gt;500 subjects) to avoid overfitting.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Validation of Our Approach (Small Data Strategy):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Sample Size Impact: The study proved that TML (our approach) sees a significant specificity jump (0.76 </a:t>
            </a: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Wingdings" panose="05000000000000000000" pitchFamily="2" charset="2"/>
              </a:rPr>
              <a:t></a:t>
            </a: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0.87) once samples exceed 100.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6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OUR APPLICATION: </a:t>
            </a: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By segmenting our single audio file into 106 chunks, we artificially met this stability threshold.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Architecture Finding: "Traditional CNNs" outperformed "Advanced/Complex CNNs" (AUC 0.94 vs 0.89).Lesson: Simpler is better. With limited data, complex models fail. This validates our decision to stick to robust feature extraction (</a:t>
            </a:r>
            <a:r>
              <a:rPr lang="en-US" sz="1600" dirty="0" err="1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OpenSMILE</a:t>
            </a: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) rather than a heavy Neural Network.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6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CLINICAL RECOMMENDATION: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The authors propose a Hierarchical Framework: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Primary Screening (Apps/Mobile): Use TML (</a:t>
            </a:r>
            <a:r>
              <a:rPr lang="en-US" sz="1600" dirty="0" err="1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OpenSMILE</a:t>
            </a: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) for efficiency and interpretability.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Hospital Confirmation: Use Deep Learning where high computing power is available.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Conclusion: Our project is perfectly aligned with the "Primary Screening" use case.</a:t>
            </a:r>
            <a:endParaRPr lang="en-US" sz="1600" i="0" u="none" strike="noStrike" cap="none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2785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EC58026C-175B-6AD8-B2B9-E250A7DA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>
            <a:extLst>
              <a:ext uri="{FF2B5EF4-FFF2-40B4-BE49-F238E27FC236}">
                <a16:creationId xmlns:a16="http://schemas.microsoft.com/office/drawing/2014/main" id="{5136BB1C-2401-6152-791A-8C5DD9C48DDE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>
            <a:extLst>
              <a:ext uri="{FF2B5EF4-FFF2-40B4-BE49-F238E27FC236}">
                <a16:creationId xmlns:a16="http://schemas.microsoft.com/office/drawing/2014/main" id="{6E0CF91C-2A05-4D8C-436D-C4CA46B88FED}"/>
              </a:ext>
            </a:extLst>
          </p:cNvPr>
          <p:cNvSpPr txBox="1"/>
          <p:nvPr/>
        </p:nvSpPr>
        <p:spPr>
          <a:xfrm>
            <a:off x="2153920" y="1143002"/>
            <a:ext cx="8514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lvl="0" indent="-342891" algn="r">
              <a:buClr>
                <a:schemeClr val="dk1"/>
              </a:buClr>
              <a:buSzPts val="2400"/>
            </a:pPr>
            <a:r>
              <a:rPr lang="en-IN" sz="2400" dirty="0">
                <a:latin typeface="Trebuchet MS" panose="020B0603020202020204" pitchFamily="34" charset="0"/>
              </a:rPr>
              <a:t>Literature Review – Study II </a:t>
            </a:r>
            <a:endParaRPr lang="en-US" sz="2400" b="0" i="0" u="none" strike="noStrike" cap="none" dirty="0">
              <a:solidFill>
                <a:schemeClr val="dk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4">
            <a:extLst>
              <a:ext uri="{FF2B5EF4-FFF2-40B4-BE49-F238E27FC236}">
                <a16:creationId xmlns:a16="http://schemas.microsoft.com/office/drawing/2014/main" id="{054D7756-FB50-95B3-6166-DFA88ED026A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>
            <a:extLst>
              <a:ext uri="{FF2B5EF4-FFF2-40B4-BE49-F238E27FC236}">
                <a16:creationId xmlns:a16="http://schemas.microsoft.com/office/drawing/2014/main" id="{4221B69A-2403-124C-69FF-7526D43DE89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dirty="0"/>
              <a:t>VISHRUTHRALLAPALLI_YUVRAJRAO_VIVANJEEVANNAIK_SRUJANKUMARJ</a:t>
            </a:r>
            <a:endParaRPr dirty="0"/>
          </a:p>
        </p:txBody>
      </p:sp>
      <p:sp>
        <p:nvSpPr>
          <p:cNvPr id="144" name="Google Shape;144;p4">
            <a:extLst>
              <a:ext uri="{FF2B5EF4-FFF2-40B4-BE49-F238E27FC236}">
                <a16:creationId xmlns:a16="http://schemas.microsoft.com/office/drawing/2014/main" id="{180238D3-22DF-4ADB-C2E3-88EEDC051E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C29286E3-AFEA-3D9F-DA5B-7CE9ED2A8169}"/>
              </a:ext>
            </a:extLst>
          </p:cNvPr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sz="1200" dirty="0"/>
              <a:t>Detecting Depression using vocal cues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40;p4">
            <a:extLst>
              <a:ext uri="{FF2B5EF4-FFF2-40B4-BE49-F238E27FC236}">
                <a16:creationId xmlns:a16="http://schemas.microsoft.com/office/drawing/2014/main" id="{9534E221-300B-9711-A2E8-44DE7B4267DF}"/>
              </a:ext>
            </a:extLst>
          </p:cNvPr>
          <p:cNvSpPr txBox="1"/>
          <p:nvPr/>
        </p:nvSpPr>
        <p:spPr>
          <a:xfrm>
            <a:off x="76201" y="1654182"/>
            <a:ext cx="11136281" cy="4769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91" lvl="1" algn="just">
              <a:buClr>
                <a:schemeClr val="accent2"/>
              </a:buClr>
              <a:buSzPts val="2400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</a:t>
            </a:r>
            <a:r>
              <a:rPr lang="en-US" sz="16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PAPER: "EVALUATION OF AN AI-BASED VOICE BIOMARKER TOOL" (ANNALS OF FAMILY MEDICINE, 2024).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Scope: Large-scale study (N=14,898) on depression detection using personal devices.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endParaRPr lang="en-US" sz="1600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</a:t>
            </a:r>
            <a:r>
              <a:rPr lang="en-US" sz="16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MODEL APPROACH &amp; PRE-PROCESSING: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Input Strategy: Unlike standard datasets that use long clinical interviews, this model analyzed 25-second free-form voice clips (Prompt: "How was your day?").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Pre-processing: Focused on device-agnostic capture (recorded via personal smartphones/laptops). This implies the model—and any pre-processing—was designed to handle high variability in microphone quality and background noise, rather than requiring studio conditions.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endParaRPr lang="en-US" sz="1600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</a:t>
            </a:r>
            <a:r>
              <a:rPr lang="en-US" sz="16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COMPARISON TO AVEC STANDARDS: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Workflow Efficiency: AVEC/DAIC-WOZ benchmarks rely on 15–20 minute structured interviews. Mazur demonstrates that short-duration speech (&lt;30s) contains sufficient biomarkers for detection (Sensitivity: 71.3%).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endParaRPr lang="en-US" sz="1600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6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KEY TAKEAWAY FOR OUR MODEL: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Mazur found significant performance drops in male subjects (59% sensitivity vs 74% female).Next Step: We should incorporate gender-specific thresholds into our </a:t>
            </a:r>
            <a:r>
              <a:rPr lang="en-US" sz="1600" dirty="0" err="1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OpenSMILE</a:t>
            </a:r>
            <a:r>
              <a:rPr lang="en-US" sz="16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classifier to avoid this known bias.</a:t>
            </a:r>
            <a:endParaRPr lang="en-US" sz="1600" i="0" u="none" strike="noStrike" cap="none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32558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3683EBCE-2232-CAAC-9266-EAEE9A3EB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>
            <a:extLst>
              <a:ext uri="{FF2B5EF4-FFF2-40B4-BE49-F238E27FC236}">
                <a16:creationId xmlns:a16="http://schemas.microsoft.com/office/drawing/2014/main" id="{E6A9473A-AA41-115B-1F8A-DA210CF1E08E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>
            <a:extLst>
              <a:ext uri="{FF2B5EF4-FFF2-40B4-BE49-F238E27FC236}">
                <a16:creationId xmlns:a16="http://schemas.microsoft.com/office/drawing/2014/main" id="{692D62AC-C3F0-2EC8-9A62-AD590B3F96E4}"/>
              </a:ext>
            </a:extLst>
          </p:cNvPr>
          <p:cNvSpPr txBox="1"/>
          <p:nvPr/>
        </p:nvSpPr>
        <p:spPr>
          <a:xfrm>
            <a:off x="2153920" y="1143002"/>
            <a:ext cx="8514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lvl="0" indent="-342891" algn="r"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Audio Preprocessing &amp; Feature Extraction - Approach 1</a:t>
            </a:r>
            <a:endParaRPr lang="en-US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4">
            <a:extLst>
              <a:ext uri="{FF2B5EF4-FFF2-40B4-BE49-F238E27FC236}">
                <a16:creationId xmlns:a16="http://schemas.microsoft.com/office/drawing/2014/main" id="{BA2B0249-205A-4952-C2DA-C2013B1CFD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>
            <a:extLst>
              <a:ext uri="{FF2B5EF4-FFF2-40B4-BE49-F238E27FC236}">
                <a16:creationId xmlns:a16="http://schemas.microsoft.com/office/drawing/2014/main" id="{083FF4C4-D855-9A3A-B610-065D9D16E99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dirty="0"/>
              <a:t>VISHRUTHRALLAPALLI_YUVRAJRAO_VIVANJEEVANNAIK_SRUJANKUMARJ</a:t>
            </a:r>
            <a:endParaRPr dirty="0"/>
          </a:p>
        </p:txBody>
      </p:sp>
      <p:sp>
        <p:nvSpPr>
          <p:cNvPr id="144" name="Google Shape;144;p4">
            <a:extLst>
              <a:ext uri="{FF2B5EF4-FFF2-40B4-BE49-F238E27FC236}">
                <a16:creationId xmlns:a16="http://schemas.microsoft.com/office/drawing/2014/main" id="{5373E881-CB8C-3C10-2EDF-35355F47B8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2AD98293-184F-62C9-F57C-6505132AD3DB}"/>
              </a:ext>
            </a:extLst>
          </p:cNvPr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sz="1200" dirty="0"/>
              <a:t>Detecting Depression using vocal cues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40;p4">
            <a:extLst>
              <a:ext uri="{FF2B5EF4-FFF2-40B4-BE49-F238E27FC236}">
                <a16:creationId xmlns:a16="http://schemas.microsoft.com/office/drawing/2014/main" id="{3040F9AD-82B3-D987-2BE7-17175EECBFD4}"/>
              </a:ext>
            </a:extLst>
          </p:cNvPr>
          <p:cNvSpPr txBox="1"/>
          <p:nvPr/>
        </p:nvSpPr>
        <p:spPr>
          <a:xfrm>
            <a:off x="76201" y="1654182"/>
            <a:ext cx="11136281" cy="4805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8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</a:t>
            </a:r>
            <a:r>
              <a:rPr lang="en-US" sz="17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RAW INTERVIEW AUDIO IS STANDARDIZED TO REMOVE NOISE AND VARIABILITY BEFORE MODELING</a:t>
            </a:r>
            <a:r>
              <a:rPr lang="en-US" sz="18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.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PIPELINE: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Resampling (16 kHz): Uniform audio resolution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Band-pass filtering (50–8000 Hz): Removes noise &amp; artifacts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SNR-based noise suppression: Discards very low-energy segments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Ellie speech removal: Isolates participant vocal behavior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RMS normalization: Controls loudness variation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Frame segmentation: Short overlapping frames for temporal modeling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Libraries Used: </a:t>
            </a:r>
            <a:r>
              <a:rPr lang="en-US" sz="1800" dirty="0" err="1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librosa</a:t>
            </a: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(audio &amp; MFCC), </a:t>
            </a:r>
            <a:r>
              <a:rPr lang="en-US" sz="1800" dirty="0" err="1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scipy.signal</a:t>
            </a: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(filters), </a:t>
            </a:r>
            <a:r>
              <a:rPr lang="en-US" sz="1800" dirty="0" err="1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numpy</a:t>
            </a: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(numerical ops)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endParaRPr lang="en-US" sz="1800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</a:t>
            </a:r>
            <a:r>
              <a:rPr lang="en-US" sz="18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ACOUSTIC FEATURES EXTRACTED</a:t>
            </a:r>
            <a:endParaRPr lang="en-US" sz="1800" b="1" i="0" u="none" strike="noStrike" cap="none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endParaRPr lang="en-US" sz="1800" b="0" i="0" u="none" strike="noStrike" cap="none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2CBEA3-D205-5860-9AA8-1C576F1F3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027511"/>
              </p:ext>
            </p:extLst>
          </p:nvPr>
        </p:nvGraphicFramePr>
        <p:xfrm>
          <a:off x="819161" y="4919509"/>
          <a:ext cx="10058400" cy="121920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4118241237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4091143263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666314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rebuchet MS" panose="020B0603020202020204" pitchFamily="34" charset="0"/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rebuchet MS" panose="020B0603020202020204" pitchFamily="34" charset="0"/>
                        </a:rPr>
                        <a:t>Dim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rebuchet MS" panose="020B0603020202020204" pitchFamily="34" charset="0"/>
                        </a:rPr>
                        <a:t>Captures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761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rebuchet MS" panose="020B0603020202020204" pitchFamily="34" charset="0"/>
                        </a:rPr>
                        <a:t>MFCC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rebuchet MS" panose="020B0603020202020204" pitchFamily="34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rebuchet MS" panose="020B0603020202020204" pitchFamily="34" charset="0"/>
                        </a:rPr>
                        <a:t>Vocal tract shape &amp; timbre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85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dirty="0">
                          <a:latin typeface="Trebuchet MS" panose="020B0603020202020204" pitchFamily="34" charset="0"/>
                        </a:rPr>
                        <a:t>Δ </a:t>
                      </a:r>
                      <a:r>
                        <a:rPr lang="en-IN" dirty="0">
                          <a:latin typeface="Trebuchet MS" panose="020B0603020202020204" pitchFamily="34" charset="0"/>
                        </a:rPr>
                        <a:t>MFCC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rebuchet MS" panose="020B0603020202020204" pitchFamily="34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rebuchet MS" panose="020B0603020202020204" pitchFamily="34" charset="0"/>
                        </a:rPr>
                        <a:t>Speech dynamics &amp; articulation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333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rebuchet MS" panose="020B0603020202020204" pitchFamily="34" charset="0"/>
                        </a:rPr>
                        <a:t>Loudness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rebuchet MS" panose="020B0603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rebuchet MS" panose="020B0603020202020204" pitchFamily="34" charset="0"/>
                        </a:rPr>
                        <a:t>Energy &amp;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149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906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23330799-C267-A515-D8C3-4B6120308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>
            <a:extLst>
              <a:ext uri="{FF2B5EF4-FFF2-40B4-BE49-F238E27FC236}">
                <a16:creationId xmlns:a16="http://schemas.microsoft.com/office/drawing/2014/main" id="{17C33DE3-7BFA-F274-BAD4-080FFA2276C4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>
            <a:extLst>
              <a:ext uri="{FF2B5EF4-FFF2-40B4-BE49-F238E27FC236}">
                <a16:creationId xmlns:a16="http://schemas.microsoft.com/office/drawing/2014/main" id="{8CF7DA41-60D0-176B-0258-A29FB92B39AA}"/>
              </a:ext>
            </a:extLst>
          </p:cNvPr>
          <p:cNvSpPr txBox="1"/>
          <p:nvPr/>
        </p:nvSpPr>
        <p:spPr>
          <a:xfrm>
            <a:off x="2153920" y="1143002"/>
            <a:ext cx="8514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lvl="0" indent="-342891" algn="r"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Temporal Modeling with Attention</a:t>
            </a:r>
            <a:endParaRPr lang="en-US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4">
            <a:extLst>
              <a:ext uri="{FF2B5EF4-FFF2-40B4-BE49-F238E27FC236}">
                <a16:creationId xmlns:a16="http://schemas.microsoft.com/office/drawing/2014/main" id="{5AB04C11-96C4-12CE-58BC-43FE373A05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>
            <a:extLst>
              <a:ext uri="{FF2B5EF4-FFF2-40B4-BE49-F238E27FC236}">
                <a16:creationId xmlns:a16="http://schemas.microsoft.com/office/drawing/2014/main" id="{7AE3F2F3-45FA-7002-500D-B1D1AC831ED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dirty="0"/>
              <a:t>VISHRUTHRALLAPALLI_YUVRAJRAO_VIVANJEEVANNAIK_SRUJANKUMARJ</a:t>
            </a:r>
            <a:endParaRPr dirty="0"/>
          </a:p>
        </p:txBody>
      </p:sp>
      <p:sp>
        <p:nvSpPr>
          <p:cNvPr id="144" name="Google Shape;144;p4">
            <a:extLst>
              <a:ext uri="{FF2B5EF4-FFF2-40B4-BE49-F238E27FC236}">
                <a16:creationId xmlns:a16="http://schemas.microsoft.com/office/drawing/2014/main" id="{4F027FB4-6FC9-9DDB-FCBE-51944FFE2B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5C7A6DF2-270D-D28A-CC53-ECC95D6EFF1B}"/>
              </a:ext>
            </a:extLst>
          </p:cNvPr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sz="1200" dirty="0"/>
              <a:t>Detecting Depression using vocal cues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40;p4">
            <a:extLst>
              <a:ext uri="{FF2B5EF4-FFF2-40B4-BE49-F238E27FC236}">
                <a16:creationId xmlns:a16="http://schemas.microsoft.com/office/drawing/2014/main" id="{80596F25-A038-546C-2C69-F62CCFFD2694}"/>
              </a:ext>
            </a:extLst>
          </p:cNvPr>
          <p:cNvSpPr txBox="1"/>
          <p:nvPr/>
        </p:nvSpPr>
        <p:spPr>
          <a:xfrm>
            <a:off x="76201" y="1654182"/>
            <a:ext cx="11136281" cy="462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8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TEMPORAL FEATURE PREPARATION: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Features are time-aligned and fused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Frame-level representation enables long-term vocal behavior modeling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Input designed for LSTM-based learning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</a:t>
            </a:r>
            <a:r>
              <a:rPr lang="en-US" sz="18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LSTM + ATTENTION MECHANISM: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The attention layer allows the model to: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Learn long-range dependencies in speech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Focus on emotionally salient moments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Avoid treating all speech segments equally 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Improves both performance and interpretability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 </a:t>
            </a:r>
            <a:r>
              <a:rPr lang="en-US" sz="18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OUTPUT SCORES GENERATED: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Frame-level depression probability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Attention weights per segment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Subject-level depression score (attention-weighted)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Binary classification: Depressed / Non-depressed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Confidence estimate from score stability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endParaRPr lang="en-US" sz="1800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endParaRPr lang="en-US" sz="1800" b="0" i="0" u="none" strike="noStrike" cap="none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6710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EEB10F30-AB6F-9505-304E-F85893851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>
            <a:extLst>
              <a:ext uri="{FF2B5EF4-FFF2-40B4-BE49-F238E27FC236}">
                <a16:creationId xmlns:a16="http://schemas.microsoft.com/office/drawing/2014/main" id="{6DFDAB8C-C3FD-94B5-2A4D-4AA68290D3F6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>
            <a:extLst>
              <a:ext uri="{FF2B5EF4-FFF2-40B4-BE49-F238E27FC236}">
                <a16:creationId xmlns:a16="http://schemas.microsoft.com/office/drawing/2014/main" id="{46648E9E-356D-0F01-5BFF-EE2023BDBF05}"/>
              </a:ext>
            </a:extLst>
          </p:cNvPr>
          <p:cNvSpPr txBox="1"/>
          <p:nvPr/>
        </p:nvSpPr>
        <p:spPr>
          <a:xfrm>
            <a:off x="2153920" y="1143002"/>
            <a:ext cx="8514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lvl="0" indent="-342891" algn="r"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Explainability, Visualization &amp; Output Scores</a:t>
            </a:r>
            <a:endParaRPr lang="en-US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4">
            <a:extLst>
              <a:ext uri="{FF2B5EF4-FFF2-40B4-BE49-F238E27FC236}">
                <a16:creationId xmlns:a16="http://schemas.microsoft.com/office/drawing/2014/main" id="{59C4B059-29EE-5CB7-7714-865D35E013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>
            <a:extLst>
              <a:ext uri="{FF2B5EF4-FFF2-40B4-BE49-F238E27FC236}">
                <a16:creationId xmlns:a16="http://schemas.microsoft.com/office/drawing/2014/main" id="{CD2D193D-186D-0BEE-6D5F-6B46DDF702A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dirty="0"/>
              <a:t>VISHRUTHRALLAPALLI_YUVRAJRAO_VIVANJEEVANNAIK_SRUJANKUMARJ</a:t>
            </a:r>
            <a:endParaRPr dirty="0"/>
          </a:p>
        </p:txBody>
      </p:sp>
      <p:sp>
        <p:nvSpPr>
          <p:cNvPr id="144" name="Google Shape;144;p4">
            <a:extLst>
              <a:ext uri="{FF2B5EF4-FFF2-40B4-BE49-F238E27FC236}">
                <a16:creationId xmlns:a16="http://schemas.microsoft.com/office/drawing/2014/main" id="{AA4B7A15-05EA-50CE-DDB1-44C512F90A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AC86B469-86B6-B12F-01AF-59DE8D51F843}"/>
              </a:ext>
            </a:extLst>
          </p:cNvPr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sz="1200" dirty="0"/>
              <a:t>Detecting Depression using vocal cues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1693B9-28EA-1A32-4DC0-6B98F6EE67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905" r="8349" b="14954"/>
          <a:stretch>
            <a:fillRect/>
          </a:stretch>
        </p:blipFill>
        <p:spPr>
          <a:xfrm>
            <a:off x="224914" y="1885930"/>
            <a:ext cx="4640826" cy="20970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0E95E6-C418-A097-7014-5816D2C76C9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522" b="7786"/>
          <a:stretch>
            <a:fillRect/>
          </a:stretch>
        </p:blipFill>
        <p:spPr>
          <a:xfrm>
            <a:off x="4865740" y="1919538"/>
            <a:ext cx="4522839" cy="1961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F9B3F43-9956-4B6D-E19E-25E696181BE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321" b="7227"/>
          <a:stretch>
            <a:fillRect/>
          </a:stretch>
        </p:blipFill>
        <p:spPr>
          <a:xfrm>
            <a:off x="5091882" y="4183106"/>
            <a:ext cx="4296697" cy="196176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8EEEA3F-E765-ED95-41D8-D8FBF15A8F4A}"/>
              </a:ext>
            </a:extLst>
          </p:cNvPr>
          <p:cNvSpPr txBox="1"/>
          <p:nvPr/>
        </p:nvSpPr>
        <p:spPr>
          <a:xfrm>
            <a:off x="224914" y="3871444"/>
            <a:ext cx="248510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Trebuchet MS" panose="020B0603020202020204" pitchFamily="34" charset="0"/>
              </a:rPr>
              <a:t>Attention Heatmap: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Trebuchet MS" panose="020B0603020202020204" pitchFamily="34" charset="0"/>
              </a:rPr>
              <a:t>Highlights important time regions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Trebuchet MS" panose="020B0603020202020204" pitchFamily="34" charset="0"/>
              </a:rPr>
              <a:t>Brighter = higher emotional relevance</a:t>
            </a:r>
            <a:endParaRPr lang="en-IN" dirty="0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C8B932-72B8-2A82-2D52-1DC4BB6CED00}"/>
              </a:ext>
            </a:extLst>
          </p:cNvPr>
          <p:cNvSpPr txBox="1"/>
          <p:nvPr/>
        </p:nvSpPr>
        <p:spPr>
          <a:xfrm>
            <a:off x="9388579" y="4265480"/>
            <a:ext cx="280342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Trebuchet MS" panose="020B0603020202020204" pitchFamily="34" charset="0"/>
              </a:rPr>
              <a:t>Attention vs Loudness: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Trebuchet MS" panose="020B0603020202020204" pitchFamily="34" charset="0"/>
              </a:rPr>
              <a:t>High attention often aligns with low or irregular energy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Trebuchet MS" panose="020B0603020202020204" pitchFamily="34" charset="0"/>
              </a:rPr>
              <a:t>Matches known depressive vocal markers</a:t>
            </a:r>
            <a:endParaRPr lang="en-IN" dirty="0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D5EB2A-5A9F-32E3-3012-279FB6214A17}"/>
              </a:ext>
            </a:extLst>
          </p:cNvPr>
          <p:cNvSpPr txBox="1"/>
          <p:nvPr/>
        </p:nvSpPr>
        <p:spPr>
          <a:xfrm>
            <a:off x="9315830" y="1988801"/>
            <a:ext cx="28761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Trebuchet MS" panose="020B0603020202020204" pitchFamily="34" charset="0"/>
              </a:rPr>
              <a:t>Attention + Speech Waveform Overlay: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Trebuchet MS" panose="020B0603020202020204" pitchFamily="34" charset="0"/>
              </a:rPr>
              <a:t>Attention does not simply follow loudness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Trebuchet MS" panose="020B0603020202020204" pitchFamily="34" charset="0"/>
              </a:rPr>
              <a:t>Captures subtle cues (pauses, flat prosody)</a:t>
            </a:r>
            <a:endParaRPr lang="en-IN" dirty="0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135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502A313F-58C7-5D51-C3A8-4FF338156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>
            <a:extLst>
              <a:ext uri="{FF2B5EF4-FFF2-40B4-BE49-F238E27FC236}">
                <a16:creationId xmlns:a16="http://schemas.microsoft.com/office/drawing/2014/main" id="{0DC14405-8B5E-5DEF-2ECB-16B430991F09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>
            <a:extLst>
              <a:ext uri="{FF2B5EF4-FFF2-40B4-BE49-F238E27FC236}">
                <a16:creationId xmlns:a16="http://schemas.microsoft.com/office/drawing/2014/main" id="{5F5FF2E7-E166-4E84-59D0-1DED0BC517C7}"/>
              </a:ext>
            </a:extLst>
          </p:cNvPr>
          <p:cNvSpPr txBox="1"/>
          <p:nvPr/>
        </p:nvSpPr>
        <p:spPr>
          <a:xfrm>
            <a:off x="963561" y="1143002"/>
            <a:ext cx="970443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lvl="0" indent="-342891" algn="r"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Audio Pre-processing &amp; Feature Extraction – Approach 2</a:t>
            </a:r>
            <a:endParaRPr lang="en-US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4">
            <a:extLst>
              <a:ext uri="{FF2B5EF4-FFF2-40B4-BE49-F238E27FC236}">
                <a16:creationId xmlns:a16="http://schemas.microsoft.com/office/drawing/2014/main" id="{05510032-74D9-5EF9-EFB7-12B0B6014D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>
            <a:extLst>
              <a:ext uri="{FF2B5EF4-FFF2-40B4-BE49-F238E27FC236}">
                <a16:creationId xmlns:a16="http://schemas.microsoft.com/office/drawing/2014/main" id="{CFEC4728-C863-3B2C-B848-DAD28FF2093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dirty="0"/>
              <a:t>VISHRUTHRALLAPALLI_YUVRAJRAO_VIVANJEEVANNAIK_SRUJANKUMARJ</a:t>
            </a:r>
            <a:endParaRPr dirty="0"/>
          </a:p>
        </p:txBody>
      </p:sp>
      <p:sp>
        <p:nvSpPr>
          <p:cNvPr id="144" name="Google Shape;144;p4">
            <a:extLst>
              <a:ext uri="{FF2B5EF4-FFF2-40B4-BE49-F238E27FC236}">
                <a16:creationId xmlns:a16="http://schemas.microsoft.com/office/drawing/2014/main" id="{ECA2F555-16F3-A621-ACB2-CF57F8D9CA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6DABAFA4-6797-397B-D27D-3727EF91DEE8}"/>
              </a:ext>
            </a:extLst>
          </p:cNvPr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sz="1200" dirty="0"/>
              <a:t>Detecting Depression using vocal cues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40;p4">
            <a:extLst>
              <a:ext uri="{FF2B5EF4-FFF2-40B4-BE49-F238E27FC236}">
                <a16:creationId xmlns:a16="http://schemas.microsoft.com/office/drawing/2014/main" id="{1F5EACD9-7188-B3F1-D9DE-4CA667CD2376}"/>
              </a:ext>
            </a:extLst>
          </p:cNvPr>
          <p:cNvSpPr txBox="1"/>
          <p:nvPr/>
        </p:nvSpPr>
        <p:spPr>
          <a:xfrm>
            <a:off x="76201" y="1654182"/>
            <a:ext cx="11919154" cy="462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8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AUDIO CLEANING &amp; PRE-PROCESSING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Audio segmentation: Long interview recordings are split into short utterance-level .wav files using timestamp-based cutting.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Audio joining: Relevant speech segments are concatenated to form continuous speech signals.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Noise reduction: Stationary background noise is attenuated using spectral noise profiling.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Amplitude normalization: Gain adjustment (dB increase) is applied to improve signal audibility and consistency.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Format standardization: All audio is converted to a uniform sampling rate and mono channel.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8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LIBRARIES USED</a:t>
            </a:r>
          </a:p>
          <a:p>
            <a:pPr marL="628641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 err="1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openSMILE</a:t>
            </a: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– large-scale acoustic and paralinguistic feature extraction</a:t>
            </a:r>
            <a:endParaRPr lang="en-US" sz="1800" b="1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 err="1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librosa</a:t>
            </a: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– audio loading and signal analysis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 err="1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numpy</a:t>
            </a: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– numerical operations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 err="1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scipy</a:t>
            </a: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– signal processing utilities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 err="1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noisereduce</a:t>
            </a: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– background noise suppression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pandas – feature storage and CSV handling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matplotlib – visualization</a:t>
            </a:r>
          </a:p>
          <a:p>
            <a:pPr marL="685791" lvl="0" indent="-342900" algn="just">
              <a:buClr>
                <a:schemeClr val="accent2"/>
              </a:buClr>
              <a:buSzPts val="2400"/>
              <a:buFont typeface="Noto Sans Symbols"/>
              <a:buChar char="▪"/>
            </a:pPr>
            <a:endParaRPr lang="en-US" sz="1800" b="0" i="0" u="none" strike="noStrike" cap="none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056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26A19E1B-77A0-9201-9A71-C9D258949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>
            <a:extLst>
              <a:ext uri="{FF2B5EF4-FFF2-40B4-BE49-F238E27FC236}">
                <a16:creationId xmlns:a16="http://schemas.microsoft.com/office/drawing/2014/main" id="{6B711E83-F66E-ED40-DB1B-0B391B4CEE82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>
            <a:extLst>
              <a:ext uri="{FF2B5EF4-FFF2-40B4-BE49-F238E27FC236}">
                <a16:creationId xmlns:a16="http://schemas.microsoft.com/office/drawing/2014/main" id="{B25FE5CA-18A6-E3B9-4605-657889AEC6ED}"/>
              </a:ext>
            </a:extLst>
          </p:cNvPr>
          <p:cNvSpPr txBox="1"/>
          <p:nvPr/>
        </p:nvSpPr>
        <p:spPr>
          <a:xfrm>
            <a:off x="2153920" y="1143002"/>
            <a:ext cx="8514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lvl="0" indent="-342891" algn="r"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Extracted Features</a:t>
            </a:r>
            <a:endParaRPr lang="en-US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4">
            <a:extLst>
              <a:ext uri="{FF2B5EF4-FFF2-40B4-BE49-F238E27FC236}">
                <a16:creationId xmlns:a16="http://schemas.microsoft.com/office/drawing/2014/main" id="{8CC1C668-4BC5-F1C4-C53D-37D7D47658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>
            <a:extLst>
              <a:ext uri="{FF2B5EF4-FFF2-40B4-BE49-F238E27FC236}">
                <a16:creationId xmlns:a16="http://schemas.microsoft.com/office/drawing/2014/main" id="{8FD7335D-4DB1-CA83-79A7-ACB7FD4A861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dirty="0"/>
              <a:t>VISHRUTHRALLAPALLI_YUVRAJRAO_VIVANJEEVANNAIK_SRUJANKUMARJ</a:t>
            </a:r>
            <a:endParaRPr dirty="0"/>
          </a:p>
        </p:txBody>
      </p:sp>
      <p:sp>
        <p:nvSpPr>
          <p:cNvPr id="144" name="Google Shape;144;p4">
            <a:extLst>
              <a:ext uri="{FF2B5EF4-FFF2-40B4-BE49-F238E27FC236}">
                <a16:creationId xmlns:a16="http://schemas.microsoft.com/office/drawing/2014/main" id="{1D68C73F-4E9E-817F-F25A-B891172C32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62FDF6B5-189F-A630-C18D-6E653464C468}"/>
              </a:ext>
            </a:extLst>
          </p:cNvPr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sz="1200" dirty="0"/>
              <a:t>Detecting Depression using vocal cues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40;p4">
            <a:extLst>
              <a:ext uri="{FF2B5EF4-FFF2-40B4-BE49-F238E27FC236}">
                <a16:creationId xmlns:a16="http://schemas.microsoft.com/office/drawing/2014/main" id="{42F3AF9C-6C67-D160-4411-B411E6A59BFA}"/>
              </a:ext>
            </a:extLst>
          </p:cNvPr>
          <p:cNvSpPr txBox="1"/>
          <p:nvPr/>
        </p:nvSpPr>
        <p:spPr>
          <a:xfrm>
            <a:off x="76201" y="1654182"/>
            <a:ext cx="11136281" cy="462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</a:t>
            </a:r>
            <a:r>
              <a:rPr lang="en-US" sz="18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KEY FEATURE CATEGORIES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8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PROSODIC FEATURES: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Fundamental frequency (F0): mean, variability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Loudness: mean energy, dynamic range→ Captures flattened intonation and reduced vocal energy</a:t>
            </a:r>
          </a:p>
          <a:p>
            <a:pPr marL="342891" lvl="0" algn="just">
              <a:buClr>
                <a:schemeClr val="accent2"/>
              </a:buClr>
              <a:buSzPts val="2400"/>
            </a:pPr>
            <a:endParaRPr lang="en-US" sz="1800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</a:t>
            </a:r>
            <a:r>
              <a:rPr lang="en-US" sz="18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SPECTRAL / CEPSTRAL FEATURES: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MFCCs (1–4): mean and variance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Spectral flux→ Reflects articulation stability and speech dynamics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8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VOICE QUALITY FEATURES: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Jitter, shimmer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Harmonics-to-Noise Ratio (HNR)→ Indicates vocal instability and breathiness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  <a:p>
            <a:pPr marL="342891" lvl="0" algn="just">
              <a:buClr>
                <a:schemeClr val="accent2"/>
              </a:buClr>
              <a:buSzPts val="2400"/>
            </a:pPr>
            <a:r>
              <a:rPr lang="en-US" sz="1800" b="1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    TEMPORAL SPEECH FEATURES: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Voiced segment rate</a:t>
            </a:r>
          </a:p>
          <a:p>
            <a:pPr marL="628641" lvl="0" indent="-285750" algn="just"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Mean voiced/unvoiced duration→ Represents speech rhythm and motor activity</a:t>
            </a:r>
            <a:endParaRPr lang="en-US" sz="1800" i="0" u="none" strike="noStrike" cap="none" dirty="0">
              <a:solidFill>
                <a:schemeClr val="accent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95570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FA584487-C532-51AF-E735-E2C2EDA09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>
            <a:extLst>
              <a:ext uri="{FF2B5EF4-FFF2-40B4-BE49-F238E27FC236}">
                <a16:creationId xmlns:a16="http://schemas.microsoft.com/office/drawing/2014/main" id="{2F318398-D45B-1AE6-D8AE-0E07B9D2FA07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>
            <a:extLst>
              <a:ext uri="{FF2B5EF4-FFF2-40B4-BE49-F238E27FC236}">
                <a16:creationId xmlns:a16="http://schemas.microsoft.com/office/drawing/2014/main" id="{BD7F4252-FE8A-C7A9-0097-8A406D0A67A7}"/>
              </a:ext>
            </a:extLst>
          </p:cNvPr>
          <p:cNvSpPr txBox="1"/>
          <p:nvPr/>
        </p:nvSpPr>
        <p:spPr>
          <a:xfrm>
            <a:off x="2153920" y="1143002"/>
            <a:ext cx="8514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lvl="0" indent="-342891" algn="r"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Graph &amp; Output Interpretation</a:t>
            </a:r>
            <a:endParaRPr lang="en-US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4">
            <a:extLst>
              <a:ext uri="{FF2B5EF4-FFF2-40B4-BE49-F238E27FC236}">
                <a16:creationId xmlns:a16="http://schemas.microsoft.com/office/drawing/2014/main" id="{94C24DBE-33C3-EB9B-C02A-BE2F39688F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>
            <a:extLst>
              <a:ext uri="{FF2B5EF4-FFF2-40B4-BE49-F238E27FC236}">
                <a16:creationId xmlns:a16="http://schemas.microsoft.com/office/drawing/2014/main" id="{9FF54D0D-7CAF-96BE-FED5-5FF929FF5B8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dirty="0"/>
              <a:t>VISHRUTHRALLAPALLI_YUVRAJRAO_VIVANJEEVANNAIK_SRUJANKUMARJ</a:t>
            </a:r>
            <a:endParaRPr dirty="0"/>
          </a:p>
        </p:txBody>
      </p:sp>
      <p:sp>
        <p:nvSpPr>
          <p:cNvPr id="144" name="Google Shape;144;p4">
            <a:extLst>
              <a:ext uri="{FF2B5EF4-FFF2-40B4-BE49-F238E27FC236}">
                <a16:creationId xmlns:a16="http://schemas.microsoft.com/office/drawing/2014/main" id="{B4E62393-8CDD-FB89-D36E-57F82D45FF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BBAC29C1-B1FA-8EB1-30DB-D8A878BFE035}"/>
              </a:ext>
            </a:extLst>
          </p:cNvPr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sz="1200" dirty="0"/>
              <a:t>Detecting Depression using vocal cues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210E0D-C354-3D73-7B9D-48B23B59E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1" y="1785532"/>
            <a:ext cx="5659201" cy="29238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EC7738-4425-A35C-7306-5CE7601292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573" y="2007369"/>
            <a:ext cx="5555226" cy="27019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DAD14A-D3E4-0457-AB3D-894C87218440}"/>
              </a:ext>
            </a:extLst>
          </p:cNvPr>
          <p:cNvSpPr txBox="1"/>
          <p:nvPr/>
        </p:nvSpPr>
        <p:spPr>
          <a:xfrm>
            <a:off x="76202" y="4897097"/>
            <a:ext cx="53512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Trebuchet MS" panose="020B0603020202020204" pitchFamily="34" charset="0"/>
              </a:rPr>
              <a:t>The graph shows segment-wise acoustic behavior of the speaker.</a:t>
            </a:r>
          </a:p>
          <a:p>
            <a:r>
              <a:rPr lang="en-US" dirty="0">
                <a:solidFill>
                  <a:schemeClr val="accent1"/>
                </a:solidFill>
                <a:latin typeface="Trebuchet MS" panose="020B0603020202020204" pitchFamily="34" charset="0"/>
              </a:rPr>
              <a:t>Reduced pitch and loudness variability, along with stable MFCC patterns, indicate flattened prosody and reduced expressiveness, which are commonly associated with depressive speech.</a:t>
            </a:r>
            <a:endParaRPr lang="en-IN" dirty="0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F31F7D-A5E1-18F0-84FF-9F775B97D2C7}"/>
              </a:ext>
            </a:extLst>
          </p:cNvPr>
          <p:cNvSpPr txBox="1"/>
          <p:nvPr/>
        </p:nvSpPr>
        <p:spPr>
          <a:xfrm>
            <a:off x="6560573" y="4897096"/>
            <a:ext cx="55552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Trebuchet MS" panose="020B0603020202020204" pitchFamily="34" charset="0"/>
              </a:rPr>
              <a:t>The CSV contains numerical acoustic feature values per speech segment, where:</a:t>
            </a:r>
          </a:p>
          <a:p>
            <a:r>
              <a:rPr lang="en-US" dirty="0">
                <a:solidFill>
                  <a:schemeClr val="accent1"/>
                </a:solidFill>
                <a:latin typeface="Trebuchet MS" panose="020B0603020202020204" pitchFamily="34" charset="0"/>
              </a:rPr>
              <a:t>Rows correspond to individual audio segments</a:t>
            </a:r>
          </a:p>
          <a:p>
            <a:r>
              <a:rPr lang="en-US" dirty="0">
                <a:solidFill>
                  <a:schemeClr val="accent1"/>
                </a:solidFill>
                <a:latin typeface="Trebuchet MS" panose="020B0603020202020204" pitchFamily="34" charset="0"/>
              </a:rPr>
              <a:t>Columns represent extracted prosodic, spectral, voice-quality, and temporal features. These values act as input features for machine learning models, not final diagnosis scores.</a:t>
            </a:r>
            <a:endParaRPr lang="en-IN" dirty="0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21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8A1BCC65-692D-C1D8-78DD-37D0C5368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>
            <a:extLst>
              <a:ext uri="{FF2B5EF4-FFF2-40B4-BE49-F238E27FC236}">
                <a16:creationId xmlns:a16="http://schemas.microsoft.com/office/drawing/2014/main" id="{5EC1A1AB-EE96-9F4C-593B-F57D1DB0C39D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>
            <a:extLst>
              <a:ext uri="{FF2B5EF4-FFF2-40B4-BE49-F238E27FC236}">
                <a16:creationId xmlns:a16="http://schemas.microsoft.com/office/drawing/2014/main" id="{9BADE35C-843E-3FEE-AF89-337275CE21CA}"/>
              </a:ext>
            </a:extLst>
          </p:cNvPr>
          <p:cNvSpPr txBox="1"/>
          <p:nvPr/>
        </p:nvSpPr>
        <p:spPr>
          <a:xfrm>
            <a:off x="1524000" y="1143002"/>
            <a:ext cx="9144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lvl="0" indent="-342891" algn="r"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Method-1 vs Method-2: Feature Extraction &amp; Modeling Strategy</a:t>
            </a: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4">
            <a:extLst>
              <a:ext uri="{FF2B5EF4-FFF2-40B4-BE49-F238E27FC236}">
                <a16:creationId xmlns:a16="http://schemas.microsoft.com/office/drawing/2014/main" id="{2FAE2B9D-0E4A-0964-39CC-5135C743705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>
            <a:extLst>
              <a:ext uri="{FF2B5EF4-FFF2-40B4-BE49-F238E27FC236}">
                <a16:creationId xmlns:a16="http://schemas.microsoft.com/office/drawing/2014/main" id="{A7D0A658-F2F8-44FF-39AB-9345A33ECDC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dirty="0"/>
              <a:t>VISHRUTHRALLAPALLI_YUVRAJRAO_VIVANJEEVANNAIK_SRUJANKUMARJ</a:t>
            </a:r>
            <a:endParaRPr dirty="0"/>
          </a:p>
        </p:txBody>
      </p:sp>
      <p:sp>
        <p:nvSpPr>
          <p:cNvPr id="144" name="Google Shape;144;p4">
            <a:extLst>
              <a:ext uri="{FF2B5EF4-FFF2-40B4-BE49-F238E27FC236}">
                <a16:creationId xmlns:a16="http://schemas.microsoft.com/office/drawing/2014/main" id="{84021603-6F10-8D2C-3A29-BDCA75B7D5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DE45B513-8E39-A2A0-EE59-70FD6469AED7}"/>
              </a:ext>
            </a:extLst>
          </p:cNvPr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sz="1200" dirty="0"/>
              <a:t>Detecting Depression using vocal cues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24363B-A984-603B-EC33-268FBD626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908121"/>
              </p:ext>
            </p:extLst>
          </p:nvPr>
        </p:nvGraphicFramePr>
        <p:xfrm>
          <a:off x="363793" y="1654180"/>
          <a:ext cx="11493909" cy="4676824"/>
        </p:xfrm>
        <a:graphic>
          <a:graphicData uri="http://schemas.openxmlformats.org/drawingml/2006/table">
            <a:tbl>
              <a:tblPr/>
              <a:tblGrid>
                <a:gridCol w="3831303">
                  <a:extLst>
                    <a:ext uri="{9D8B030D-6E8A-4147-A177-3AD203B41FA5}">
                      <a16:colId xmlns:a16="http://schemas.microsoft.com/office/drawing/2014/main" val="3136323879"/>
                    </a:ext>
                  </a:extLst>
                </a:gridCol>
                <a:gridCol w="3831303">
                  <a:extLst>
                    <a:ext uri="{9D8B030D-6E8A-4147-A177-3AD203B41FA5}">
                      <a16:colId xmlns:a16="http://schemas.microsoft.com/office/drawing/2014/main" val="2640500424"/>
                    </a:ext>
                  </a:extLst>
                </a:gridCol>
                <a:gridCol w="3831303">
                  <a:extLst>
                    <a:ext uri="{9D8B030D-6E8A-4147-A177-3AD203B41FA5}">
                      <a16:colId xmlns:a16="http://schemas.microsoft.com/office/drawing/2014/main" val="3333243799"/>
                    </a:ext>
                  </a:extLst>
                </a:gridCol>
              </a:tblGrid>
              <a:tr h="379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rebuchet MS" panose="020B0603020202020204" pitchFamily="34" charset="0"/>
                        </a:rPr>
                        <a:t>ASPECT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Trebuchet MS" panose="020B0603020202020204" pitchFamily="34" charset="0"/>
                        </a:rPr>
                        <a:t>METHOD 1: FRAME-LEVEL MFCC + ATTENTION (BASELINE)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Trebuchet MS" panose="020B0603020202020204" pitchFamily="34" charset="0"/>
                        </a:rPr>
                        <a:t>METHOD 2: ENHANCED TEMPORAL + EXPLAINABILITY (PROPOSED)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315220"/>
                  </a:ext>
                </a:extLst>
              </a:tr>
              <a:tr h="536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AUDIO CLEANING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BASIC RESAMPLING AND NORMALIZATION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latin typeface="Trebuchet MS" panose="020B0603020202020204" pitchFamily="34" charset="0"/>
                        </a:rPr>
                        <a:t>ADVANCED PREPROCESSING: BAND-PASS FILTERING, SNR-BASED NOISE SUPPRESSION, INTERVIEWER (ELLIE) REMOVAL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02330"/>
                  </a:ext>
                </a:extLst>
              </a:tr>
              <a:tr h="379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SAMPLING RATE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16 KHZ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latin typeface="Trebuchet MS" panose="020B0603020202020204" pitchFamily="34" charset="0"/>
                        </a:rPr>
                        <a:t>16 KHZ (STANDARDIZED ACROSS ALL SUBJECTS)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421339"/>
                  </a:ext>
                </a:extLst>
              </a:tr>
              <a:tr h="223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FEATURE GRANULARITY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FRAME-LEVEL ONLY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FRAME-LEVEL + WINDOW-LEVEL STATISTICS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88258"/>
                  </a:ext>
                </a:extLst>
              </a:tr>
              <a:tr h="379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ACOUSTIC FEATURES USED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MFCC (16), </a:t>
                      </a:r>
                      <a:r>
                        <a:rPr lang="el-GR" sz="1100" b="0" dirty="0">
                          <a:latin typeface="Trebuchet MS" panose="020B0603020202020204" pitchFamily="34" charset="0"/>
                        </a:rPr>
                        <a:t>Δ</a:t>
                      </a: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MFCC (16)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latin typeface="Trebuchet MS" panose="020B0603020202020204" pitchFamily="34" charset="0"/>
                        </a:rPr>
                        <a:t>MFCC (16), ΔMFCC (16), LOUDNESS (1), LOUDNESS STATISTICS (6)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630946"/>
                  </a:ext>
                </a:extLst>
              </a:tr>
              <a:tr h="223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TOTAL FEATURE DIMENSION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32 PER FRAME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 b="0" dirty="0">
                          <a:latin typeface="Trebuchet MS" panose="020B0603020202020204" pitchFamily="34" charset="0"/>
                        </a:rPr>
                        <a:t>33 PER FRAME + TEMPORAL STATISTICS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643232"/>
                  </a:ext>
                </a:extLst>
              </a:tr>
              <a:tr h="223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TEMPORAL MODELING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LSTM WITHOUT EXPLICIT WEIGHTING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LSTM WITH ATTENTION MECHANISM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20357"/>
                  </a:ext>
                </a:extLst>
              </a:tr>
              <a:tr h="379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MODEL FOCUS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TREATS ALL FRAMES EQUALLY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latin typeface="Trebuchet MS" panose="020B0603020202020204" pitchFamily="34" charset="0"/>
                        </a:rPr>
                        <a:t>LEARNS WHICH SPEECH SEGMENTS MATTER MOST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051854"/>
                  </a:ext>
                </a:extLst>
              </a:tr>
              <a:tr h="379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EXPLAINABILITY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NONE / LIMITED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latin typeface="Trebuchet MS" panose="020B0603020202020204" pitchFamily="34" charset="0"/>
                        </a:rPr>
                        <a:t>ATTENTION HEATMAPS + SHAP FEATURE IMPORTANCE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893570"/>
                  </a:ext>
                </a:extLst>
              </a:tr>
              <a:tr h="379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GRAPH OUTPUTS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PREDICTION CURVES ONLY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latin typeface="Trebuchet MS" panose="020B0603020202020204" pitchFamily="34" charset="0"/>
                        </a:rPr>
                        <a:t>ATTENTION HEATMAP, WAVEFORM OVERLAY, ATTENTION VS LOUDNESS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929504"/>
                  </a:ext>
                </a:extLst>
              </a:tr>
              <a:tr h="536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OUTPUT SCORES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BINARY PREDICTION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latin typeface="Trebuchet MS" panose="020B0603020202020204" pitchFamily="34" charset="0"/>
                        </a:rPr>
                        <a:t>FRAME-LEVEL PROBABILITY, ATTENTION-WEIGHTED SCORE, SUBJECT-LEVEL CLASSIFICATION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034955"/>
                  </a:ext>
                </a:extLst>
              </a:tr>
              <a:tr h="379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CLINICAL INTERPRETABILITY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LOW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latin typeface="Trebuchet MS" panose="020B0603020202020204" pitchFamily="34" charset="0"/>
                        </a:rPr>
                        <a:t>HIGH (ALIGNS WITH KNOWN DEPRESSIVE SPEECH MARKERS)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60498"/>
                  </a:ext>
                </a:extLst>
              </a:tr>
              <a:tr h="223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ROBUSTNESS TO NOISE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MODERATE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Trebuchet MS" panose="020B0603020202020204" pitchFamily="34" charset="0"/>
                        </a:rPr>
                        <a:t>HIGH (NOISE-AWARE PREPROCESSING)</a:t>
                      </a:r>
                    </a:p>
                  </a:txBody>
                  <a:tcPr marL="58300" marR="58300" marT="29150" marB="29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278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5508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 txBox="1"/>
          <p:nvPr/>
        </p:nvSpPr>
        <p:spPr>
          <a:xfrm>
            <a:off x="3842656" y="1143002"/>
            <a:ext cx="682534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838201" y="1739874"/>
            <a:ext cx="10058400" cy="4719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700" dirty="0" err="1">
                <a:solidFill>
                  <a:schemeClr val="accent1"/>
                </a:solidFill>
                <a:latin typeface="Trebuchet MS" panose="020B0603020202020204" pitchFamily="34" charset="0"/>
              </a:rPr>
              <a:t>Alghowinem</a:t>
            </a:r>
            <a:r>
              <a:rPr lang="en-IN" sz="1700" dirty="0">
                <a:solidFill>
                  <a:schemeClr val="accent1"/>
                </a:solidFill>
                <a:latin typeface="Trebuchet MS" panose="020B0603020202020204" pitchFamily="34" charset="0"/>
              </a:rPr>
              <a:t>, S., Goecke, R., Wagner, M., Parker, G. and Breakspear, M. (2013) ‘Detecting depression: A comparison between spontaneous and read speech’, </a:t>
            </a:r>
            <a:r>
              <a:rPr lang="en-IN" sz="1700" i="1" dirty="0">
                <a:solidFill>
                  <a:schemeClr val="accent1"/>
                </a:solidFill>
                <a:latin typeface="Trebuchet MS" panose="020B0603020202020204" pitchFamily="34" charset="0"/>
              </a:rPr>
              <a:t>IEEE International Conference on Acoustics, Speech and Signal Processing (ICASSP)</a:t>
            </a:r>
            <a:r>
              <a:rPr lang="en-IN" sz="1700" dirty="0">
                <a:solidFill>
                  <a:schemeClr val="accent1"/>
                </a:solidFill>
                <a:latin typeface="Trebuchet MS" panose="020B0603020202020204" pitchFamily="34" charset="0"/>
              </a:rPr>
              <a:t>, Vancouver, Canada, pp. 7547–7551.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700" dirty="0">
                <a:solidFill>
                  <a:schemeClr val="accent1"/>
                </a:solidFill>
                <a:latin typeface="Trebuchet MS" panose="020B0603020202020204" pitchFamily="34" charset="0"/>
              </a:rPr>
              <a:t>Cummins, N., Schuller, B., </a:t>
            </a:r>
            <a:r>
              <a:rPr lang="en-IN" sz="1700" dirty="0" err="1">
                <a:solidFill>
                  <a:schemeClr val="accent1"/>
                </a:solidFill>
                <a:latin typeface="Trebuchet MS" panose="020B0603020202020204" pitchFamily="34" charset="0"/>
              </a:rPr>
              <a:t>Alghowinem</a:t>
            </a:r>
            <a:r>
              <a:rPr lang="en-IN" sz="1700" dirty="0">
                <a:solidFill>
                  <a:schemeClr val="accent1"/>
                </a:solidFill>
                <a:latin typeface="Trebuchet MS" panose="020B0603020202020204" pitchFamily="34" charset="0"/>
              </a:rPr>
              <a:t>, S., Fonseca, E., Hsiao, R., Lopez-Ojeda, P., Goecke, R. and Breakspear, M. (2015) ‘A review of depression and suicide risk assessment using speech analysis’, </a:t>
            </a:r>
            <a:r>
              <a:rPr lang="en-IN" sz="1700" i="1" dirty="0">
                <a:solidFill>
                  <a:schemeClr val="accent1"/>
                </a:solidFill>
                <a:latin typeface="Trebuchet MS" panose="020B0603020202020204" pitchFamily="34" charset="0"/>
              </a:rPr>
              <a:t>Speech Communication</a:t>
            </a:r>
            <a:r>
              <a:rPr lang="en-IN" sz="1700" dirty="0">
                <a:solidFill>
                  <a:schemeClr val="accent1"/>
                </a:solidFill>
                <a:latin typeface="Trebuchet MS" panose="020B0603020202020204" pitchFamily="34" charset="0"/>
              </a:rPr>
              <a:t>, 71, pp. 10–49.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700" dirty="0">
                <a:solidFill>
                  <a:schemeClr val="accent1"/>
                </a:solidFill>
                <a:latin typeface="Trebuchet MS" panose="020B0603020202020204" pitchFamily="34" charset="0"/>
              </a:rPr>
              <a:t>Morales, M.R.A., Levitan, R. and Levitan, S.I. (2018) ‘Speech vs. text: A comparative analysis of features for depression detection systems’, </a:t>
            </a:r>
            <a:r>
              <a:rPr lang="en-IN" sz="1700" i="1" dirty="0">
                <a:solidFill>
                  <a:schemeClr val="accent1"/>
                </a:solidFill>
                <a:latin typeface="Trebuchet MS" panose="020B0603020202020204" pitchFamily="34" charset="0"/>
              </a:rPr>
              <a:t>Proceedings of the IEEE Spoken Language Technology Workshop (SLT)</a:t>
            </a:r>
            <a:r>
              <a:rPr lang="en-IN" sz="1700" dirty="0">
                <a:solidFill>
                  <a:schemeClr val="accent1"/>
                </a:solidFill>
                <a:latin typeface="Trebuchet MS" panose="020B0603020202020204" pitchFamily="34" charset="0"/>
              </a:rPr>
              <a:t>, Athens, Greece, pp. 136–143.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700" dirty="0" err="1">
                <a:solidFill>
                  <a:schemeClr val="accent1"/>
                </a:solidFill>
                <a:latin typeface="Trebuchet MS" panose="020B0603020202020204" pitchFamily="34" charset="0"/>
              </a:rPr>
              <a:t>Valstar</a:t>
            </a:r>
            <a:r>
              <a:rPr lang="en-IN" sz="1700" dirty="0">
                <a:solidFill>
                  <a:schemeClr val="accent1"/>
                </a:solidFill>
                <a:latin typeface="Trebuchet MS" panose="020B0603020202020204" pitchFamily="34" charset="0"/>
              </a:rPr>
              <a:t>, M., Schuller, B., Smith, K., Eyben, F., Jiang, B., </a:t>
            </a:r>
            <a:r>
              <a:rPr lang="en-IN" sz="1700" dirty="0" err="1">
                <a:solidFill>
                  <a:schemeClr val="accent1"/>
                </a:solidFill>
                <a:latin typeface="Trebuchet MS" panose="020B0603020202020204" pitchFamily="34" charset="0"/>
              </a:rPr>
              <a:t>Bilakhia</a:t>
            </a:r>
            <a:r>
              <a:rPr lang="en-IN" sz="1700" dirty="0">
                <a:solidFill>
                  <a:schemeClr val="accent1"/>
                </a:solidFill>
                <a:latin typeface="Trebuchet MS" panose="020B0603020202020204" pitchFamily="34" charset="0"/>
              </a:rPr>
              <a:t>, S., Cowie, R. and </a:t>
            </a:r>
            <a:r>
              <a:rPr lang="en-IN" sz="1700" dirty="0" err="1">
                <a:solidFill>
                  <a:schemeClr val="accent1"/>
                </a:solidFill>
                <a:latin typeface="Trebuchet MS" panose="020B0603020202020204" pitchFamily="34" charset="0"/>
              </a:rPr>
              <a:t>Pantic</a:t>
            </a:r>
            <a:r>
              <a:rPr lang="en-IN" sz="1700" dirty="0">
                <a:solidFill>
                  <a:schemeClr val="accent1"/>
                </a:solidFill>
                <a:latin typeface="Trebuchet MS" panose="020B0603020202020204" pitchFamily="34" charset="0"/>
              </a:rPr>
              <a:t>, M. (2016) ‘AVEC 2016: Depression, mood, and emotion recognition workshop and challenge’, </a:t>
            </a:r>
            <a:r>
              <a:rPr lang="en-IN" sz="1700" i="1" dirty="0">
                <a:solidFill>
                  <a:schemeClr val="accent1"/>
                </a:solidFill>
                <a:latin typeface="Trebuchet MS" panose="020B0603020202020204" pitchFamily="34" charset="0"/>
              </a:rPr>
              <a:t>Proceedings of the ACM International Conference on Multimedia</a:t>
            </a:r>
            <a:r>
              <a:rPr lang="en-IN" sz="1700" dirty="0">
                <a:solidFill>
                  <a:schemeClr val="accent1"/>
                </a:solidFill>
                <a:latin typeface="Trebuchet MS" panose="020B0603020202020204" pitchFamily="34" charset="0"/>
              </a:rPr>
              <a:t>, Amsterdam, The Netherlands, pp. 3–10.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700" dirty="0">
                <a:solidFill>
                  <a:schemeClr val="accent1"/>
                </a:solidFill>
                <a:latin typeface="Trebuchet MS" panose="020B0603020202020204" pitchFamily="34" charset="0"/>
              </a:rPr>
              <a:t>Williamson, J.R., </a:t>
            </a:r>
            <a:r>
              <a:rPr lang="en-IN" sz="1700" dirty="0" err="1">
                <a:solidFill>
                  <a:schemeClr val="accent1"/>
                </a:solidFill>
                <a:latin typeface="Trebuchet MS" panose="020B0603020202020204" pitchFamily="34" charset="0"/>
              </a:rPr>
              <a:t>Quatieri</a:t>
            </a:r>
            <a:r>
              <a:rPr lang="en-IN" sz="1700" dirty="0">
                <a:solidFill>
                  <a:schemeClr val="accent1"/>
                </a:solidFill>
                <a:latin typeface="Trebuchet MS" panose="020B0603020202020204" pitchFamily="34" charset="0"/>
              </a:rPr>
              <a:t>, T.F., Helfer, B.S., Horwitz, R. and Yu, B. (2014) ‘Vocal biomarkers of depression based on motor incoordination’, </a:t>
            </a:r>
            <a:r>
              <a:rPr lang="en-IN" sz="1700" i="1" dirty="0">
                <a:solidFill>
                  <a:schemeClr val="accent1"/>
                </a:solidFill>
                <a:latin typeface="Trebuchet MS" panose="020B0603020202020204" pitchFamily="34" charset="0"/>
              </a:rPr>
              <a:t>Proceedings of the ACM International Conference on Multimedia</a:t>
            </a:r>
            <a:r>
              <a:rPr lang="en-IN" sz="1700" dirty="0">
                <a:solidFill>
                  <a:schemeClr val="accent1"/>
                </a:solidFill>
                <a:latin typeface="Trebuchet MS" panose="020B0603020202020204" pitchFamily="34" charset="0"/>
              </a:rPr>
              <a:t>, Orlando, FL, USA, pp. 767–770.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1600" b="0" i="0" u="none" strike="noStrike" cap="none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1600" b="0" i="0" u="none" strike="noStrike" cap="none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1600" b="0" i="0" u="none" strike="noStrike" cap="none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marR="0" lvl="0" indent="127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1600" b="0" i="0" u="none" strike="noStrike" cap="none" dirty="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077913" marR="0" lvl="1" indent="-265113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1600" b="0" i="0" u="none" strike="noStrike" cap="none" dirty="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16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22" name="Google Shape;22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dirty="0"/>
              <a:t>VISHRUTHRALLAPALLI_YUVRAJRAO_VIVANJEEVANNAIK_SRUJANKUMARJ</a:t>
            </a:r>
            <a:endParaRPr dirty="0"/>
          </a:p>
        </p:txBody>
      </p:sp>
      <p:sp>
        <p:nvSpPr>
          <p:cNvPr id="224" name="Google Shape;224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25" name="Google Shape;225;p10"/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sz="1200" dirty="0"/>
              <a:t>Detecting Depression using vocal cues</a:t>
            </a:r>
            <a:endParaRPr sz="18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"/>
          <p:cNvSpPr/>
          <p:nvPr/>
        </p:nvSpPr>
        <p:spPr>
          <a:xfrm>
            <a:off x="1946787" y="3352800"/>
            <a:ext cx="493128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rebuchet MS"/>
              <a:buNone/>
            </a:pPr>
            <a:r>
              <a:rPr lang="en-US" sz="4000" b="0" i="0" u="none" strike="noStrike" cap="none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sz="1800" b="0" i="0" u="none" strike="noStrike" cap="none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dirty="0"/>
              <a:t>VISHRUTHRALLAPALLI_YUVRAJRAO_VIVANJEEVANNAIK_SRUJANKUMARJ</a:t>
            </a:r>
            <a:endParaRPr dirty="0"/>
          </a:p>
        </p:txBody>
      </p:sp>
      <p:sp>
        <p:nvSpPr>
          <p:cNvPr id="243" name="Google Shape;243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2232</Words>
  <Application>Microsoft Office PowerPoint</Application>
  <PresentationFormat>Widescreen</PresentationFormat>
  <Paragraphs>359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Noto Sans Symbols</vt:lpstr>
      <vt:lpstr>Trebuchet MS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account</dc:creator>
  <cp:lastModifiedBy>Srujan J</cp:lastModifiedBy>
  <cp:revision>23</cp:revision>
  <dcterms:created xsi:type="dcterms:W3CDTF">2023-02-02T07:40:50Z</dcterms:created>
  <dcterms:modified xsi:type="dcterms:W3CDTF">2026-02-03T07:39:05Z</dcterms:modified>
</cp:coreProperties>
</file>